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7086600" cy="8686800"/>
  <p:embeddedFontLst>
    <p:embeddedFont>
      <p:font typeface="Roboto"/>
      <p:regular r:id="rId32"/>
      <p:bold r:id="rId33"/>
      <p:italic r:id="rId34"/>
      <p:boldItalic r:id="rId35"/>
    </p:embeddedFont>
    <p:embeddedFont>
      <p:font typeface="Arimo"/>
      <p:regular r:id="rId36"/>
      <p:bold r:id="rId37"/>
      <p:italic r:id="rId38"/>
      <p:boldItalic r:id="rId39"/>
    </p:embeddedFon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gZBsb22vFRTgRZqwBRMt+rLVr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Arimo-bold.fntdata"/><Relationship Id="rId14" Type="http://schemas.openxmlformats.org/officeDocument/2006/relationships/slide" Target="slides/slide9.xml"/><Relationship Id="rId36" Type="http://schemas.openxmlformats.org/officeDocument/2006/relationships/font" Target="fonts/Arimo-regular.fntdata"/><Relationship Id="rId17" Type="http://schemas.openxmlformats.org/officeDocument/2006/relationships/slide" Target="slides/slide12.xml"/><Relationship Id="rId39" Type="http://schemas.openxmlformats.org/officeDocument/2006/relationships/font" Target="fonts/Arimo-boldItalic.fntdata"/><Relationship Id="rId16" Type="http://schemas.openxmlformats.org/officeDocument/2006/relationships/slide" Target="slides/slide11.xml"/><Relationship Id="rId38" Type="http://schemas.openxmlformats.org/officeDocument/2006/relationships/font" Target="fonts/Arim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fe123197c_0_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fe123197c_0_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e123197c_0_1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fe123197c_0_1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fe123197c_0_26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fe123197c_0_26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fe123197c_0_3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fe123197c_0_3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fe123197c_0_4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fe123197c_0_4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fe123197c_0_6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fe123197c_0_64:notes"/>
          <p:cNvSpPr/>
          <p:nvPr>
            <p:ph idx="2" type="sldImg"/>
          </p:nvPr>
        </p:nvSpPr>
        <p:spPr>
          <a:xfrm>
            <a:off x="1444280" y="1085477"/>
            <a:ext cx="4197900" cy="293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09846888d_1_5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09846888d_1_5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09846888d_1_7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e09846888d_1_7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fe123197c_0_23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dfe123197c_0_23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fe123197c_0_28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dfe123197c_0_28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10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1.png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Validar Usuarios - Frontend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JSON Web Tokens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6958761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17b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g3dfe123197c_0_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g3dfe123197c_0_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g3dfe123197c_0_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5" name="Google Shape;105;g3dfe123197c_0_1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Entender cómo una aplicación Angular gestiona el login, mantiene el estado de autenticación y se comunica con un backend protegido.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g3dfe123197c_0_1"/>
          <p:cNvSpPr txBox="1"/>
          <p:nvPr/>
        </p:nvSpPr>
        <p:spPr>
          <a:xfrm>
            <a:off x="1144588" y="185738"/>
            <a:ext cx="57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Objetivo de la Unidad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dfe123197c_0_1" title="Gemini_Generated_Image_jzv7y0jzv7y0jzv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413" y="1879514"/>
            <a:ext cx="7981174" cy="4353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19150" y="4049368"/>
            <a:ext cx="81057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¿Por qué ya no vemos productos?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¿Qué le falta al frontend?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Nuestro backend ahora está protegido con token, por lo tanto falta que el </a:t>
            </a:r>
            <a:r>
              <a:rPr b="1" lang="es-CL" sz="1800">
                <a:solidFill>
                  <a:schemeClr val="dk1"/>
                </a:solidFill>
              </a:rPr>
              <a:t>frontend se autentique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144604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Problema Real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" title="Captura de pantalla 2026-05-09 a la(s) 11.02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27189"/>
            <a:ext cx="8839204" cy="24730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2" name="Google Shape;12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Flujo completo: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144588" y="185738"/>
            <a:ext cx="67724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Procedimiento de Validación con JWT</a:t>
            </a:r>
            <a:endParaRPr/>
          </a:p>
        </p:txBody>
      </p:sp>
      <p:pic>
        <p:nvPicPr>
          <p:cNvPr descr="Ing. Daniel Aroni Acero - IESTP-DESAGUADERO" id="127" name="Google Shape;12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80" y="1944356"/>
            <a:ext cx="2064907" cy="207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/>
          <p:nvPr/>
        </p:nvSpPr>
        <p:spPr>
          <a:xfrm>
            <a:off x="3099241" y="1866798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Usuario/Password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 flipH="1">
            <a:off x="3047685" y="2288242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/>
          </a:p>
        </p:txBody>
      </p:sp>
      <p:pic>
        <p:nvPicPr>
          <p:cNvPr descr="Server Icons - Iconshock" id="130" name="Google Shape;13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873" y="1611424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 Base de datos Gratis de iMod Icons" id="131" name="Google Shape;13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6936" y="3079316"/>
            <a:ext cx="1087739" cy="108773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 txBox="1"/>
          <p:nvPr/>
        </p:nvSpPr>
        <p:spPr>
          <a:xfrm>
            <a:off x="1203972" y="3797723"/>
            <a:ext cx="9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5767464" y="3975023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6752237" y="1971432"/>
            <a:ext cx="1601700" cy="461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Usuario/Password    </a:t>
            </a:r>
            <a:endParaRPr/>
          </a:p>
        </p:txBody>
      </p:sp>
      <p:pic>
        <p:nvPicPr>
          <p:cNvPr descr="Marca de verificación" id="135" name="Google Shape;13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9045" y="1832932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 txBox="1"/>
          <p:nvPr/>
        </p:nvSpPr>
        <p:spPr>
          <a:xfrm>
            <a:off x="6968912" y="2754969"/>
            <a:ext cx="966300" cy="461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/>
          </a:p>
        </p:txBody>
      </p:sp>
      <p:pic>
        <p:nvPicPr>
          <p:cNvPr descr="Marca de verificación" id="137" name="Google Shape;13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2234" y="2651577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/>
          <p:nvPr/>
        </p:nvSpPr>
        <p:spPr>
          <a:xfrm>
            <a:off x="3040166" y="3382508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 sz="800">
                <a:solidFill>
                  <a:schemeClr val="lt1"/>
                </a:solidFill>
              </a:rPr>
              <a:t>Request (Authorization: Bearer TOKEN)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 flipH="1">
            <a:off x="3005560" y="3784002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3099247" y="1920624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8174300" y="2225841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5068269" y="2353445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2925630" y="3429347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7780700" y="3014124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5014644" y="3845600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519150" y="4642655"/>
            <a:ext cx="81057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token no es el objetivo.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objetivo es que la aplicación sepa que el usuario está autenticado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2929975" y="2714475"/>
            <a:ext cx="2521200" cy="646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- </a:t>
            </a:r>
            <a:r>
              <a:rPr lang="es-CL" sz="1200">
                <a:solidFill>
                  <a:schemeClr val="dk1"/>
                </a:solidFill>
              </a:rPr>
              <a:t>Angular guarda el token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- Angular cambia estado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- Angular usa el token en requests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2" name="Google Shape;152;g3dfe123197c_0_1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g3dfe123197c_0_1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g3dfe123197c_0_1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5" name="Google Shape;155;g3dfe123197c_0_12"/>
          <p:cNvSpPr/>
          <p:nvPr/>
        </p:nvSpPr>
        <p:spPr>
          <a:xfrm>
            <a:off x="627050" y="1164609"/>
            <a:ext cx="81057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necesita un lugar donde saber: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si el usuario está logueado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cual es su estado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6" name="Google Shape;156;g3dfe123197c_0_12"/>
          <p:cNvSpPr txBox="1"/>
          <p:nvPr/>
        </p:nvSpPr>
        <p:spPr>
          <a:xfrm>
            <a:off x="1144588" y="185738"/>
            <a:ext cx="57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AuthService = fuente de verdad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dfe123197c_0_12" title="Captura de pantalla 2026-05-11 a la(s) 00.26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7272" y="2223700"/>
            <a:ext cx="3709450" cy="241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dfe123197c_0_12"/>
          <p:cNvSpPr/>
          <p:nvPr/>
        </p:nvSpPr>
        <p:spPr>
          <a:xfrm>
            <a:off x="519150" y="4826078"/>
            <a:ext cx="810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La UI depende del estado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3" name="Google Shape;163;g3dfe123197c_0_26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g3dfe123197c_0_26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g3dfe123197c_0_26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6" name="Google Shape;166;g3dfe123197c_0_264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Crearemos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nuevo componente para la interfaz del login.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g3dfe123197c_0_264"/>
          <p:cNvSpPr txBox="1"/>
          <p:nvPr/>
        </p:nvSpPr>
        <p:spPr>
          <a:xfrm>
            <a:off x="1144588" y="185738"/>
            <a:ext cx="57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Componente para el Login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fe123197c_0_264"/>
          <p:cNvSpPr txBox="1"/>
          <p:nvPr/>
        </p:nvSpPr>
        <p:spPr>
          <a:xfrm>
            <a:off x="1988100" y="1685400"/>
            <a:ext cx="51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g c features/auth/components/login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9" name="Google Shape;169;g3dfe123197c_0_264" title="Captura de pantalla 2026-05-09 a la(s) 12.25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363" y="2206175"/>
            <a:ext cx="3809276" cy="38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dfe123197c_0_264"/>
          <p:cNvSpPr/>
          <p:nvPr/>
        </p:nvSpPr>
        <p:spPr>
          <a:xfrm>
            <a:off x="3006600" y="2984400"/>
            <a:ext cx="1194900" cy="2466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dfe123197c_0_264"/>
          <p:cNvSpPr/>
          <p:nvPr/>
        </p:nvSpPr>
        <p:spPr>
          <a:xfrm>
            <a:off x="3131900" y="3305700"/>
            <a:ext cx="2632800" cy="2466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Construimos un </a:t>
            </a:r>
            <a:r>
              <a:rPr b="1" lang="es-CL" sz="1800">
                <a:solidFill>
                  <a:schemeClr val="dk1"/>
                </a:solidFill>
              </a:rPr>
              <a:t>formulario reactivo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 el modelo de datos necesarios para el login: email y password.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1144588" y="185738"/>
            <a:ext cx="55964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Formulario Reactivo para Login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435607" y="1810975"/>
            <a:ext cx="26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componente)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4" title="Captura de pantalla 2026-05-09 a la(s) 11.31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771" y="2116743"/>
            <a:ext cx="6398328" cy="440568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/>
          <p:nvPr/>
        </p:nvSpPr>
        <p:spPr>
          <a:xfrm>
            <a:off x="1480775" y="2292454"/>
            <a:ext cx="6398400" cy="2466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669325" y="3011489"/>
            <a:ext cx="2342400" cy="2466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669325" y="3945450"/>
            <a:ext cx="4935600" cy="14667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1669325" y="5498375"/>
            <a:ext cx="4935600" cy="8304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1" name="Google Shape;191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Integramos el HTML y CSS para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interfaz </a:t>
            </a:r>
            <a:r>
              <a:rPr lang="es-CL" sz="1800">
                <a:solidFill>
                  <a:schemeClr val="dk1"/>
                </a:solidFill>
              </a:rPr>
              <a:t>d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login del usuario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144588" y="185738"/>
            <a:ext cx="409176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Template Para el Login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062" y="1982498"/>
            <a:ext cx="5175772" cy="387969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5"/>
          <p:cNvSpPr txBox="1"/>
          <p:nvPr/>
        </p:nvSpPr>
        <p:spPr>
          <a:xfrm>
            <a:off x="6285572" y="1828609"/>
            <a:ext cx="18854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login.html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040776" y="2327418"/>
            <a:ext cx="2782157" cy="856786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 código del template HTML adjuntos en Moodle a login.html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040776" y="4285786"/>
            <a:ext cx="2782157" cy="856786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los estilos CSS adjuntos en Moodle a login.css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285572" y="3796194"/>
            <a:ext cx="18165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login.css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" title="Captura de pantalla 2026-05-10 a la(s) 21.41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888" y="2273025"/>
            <a:ext cx="7588226" cy="3841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Conectar el template con el modelo reactivo de datos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1144588" y="185738"/>
            <a:ext cx="75882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Template Para el Login…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723674" y="1811100"/>
            <a:ext cx="25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login.html (componente)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761999" y="1857818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3379300" y="2249700"/>
            <a:ext cx="3985800" cy="2556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854191" y="3173399"/>
            <a:ext cx="2142000" cy="2556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809012" y="4758761"/>
            <a:ext cx="2448000" cy="2556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27057" y="1164625"/>
            <a:ext cx="34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Lanzar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aplicación Angular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144588" y="185738"/>
            <a:ext cx="72523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el Formulario Reactivo para Login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4197525" y="1164625"/>
            <a:ext cx="20319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serve -o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443700" y="1721500"/>
            <a:ext cx="38298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http://localhost:4200/login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27058" y="1721500"/>
            <a:ext cx="269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Probar el Formulario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27062" y="227838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¿Qué vamos a ver?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9" name="Google Shape;229;p8" title="Captura de pantalla 2026-05-09 a la(s) 11.59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125" y="2780028"/>
            <a:ext cx="4547826" cy="263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0" name="Google Shape;230;p8"/>
          <p:cNvSpPr/>
          <p:nvPr/>
        </p:nvSpPr>
        <p:spPr>
          <a:xfrm>
            <a:off x="627062" y="55877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¿</a:t>
            </a:r>
            <a:r>
              <a:rPr lang="es-CL" sz="1800">
                <a:solidFill>
                  <a:schemeClr val="dk1"/>
                </a:solidFill>
              </a:rPr>
              <a:t>Por qué</a:t>
            </a:r>
            <a:r>
              <a:rPr lang="es-CL" sz="1800">
                <a:solidFill>
                  <a:schemeClr val="dk1"/>
                </a:solidFill>
              </a:rPr>
              <a:t> vemos ese resultado</a:t>
            </a:r>
            <a:r>
              <a:rPr lang="es-CL" sz="1800">
                <a:solidFill>
                  <a:schemeClr val="dk1"/>
                </a:solidFill>
              </a:rPr>
              <a:t>? ¿Qu</a:t>
            </a:r>
            <a:r>
              <a:rPr lang="es-CL" sz="1800">
                <a:solidFill>
                  <a:schemeClr val="dk1"/>
                </a:solidFill>
              </a:rPr>
              <a:t>é nos faltó?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27062" y="61255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Faltó configurar la ruta del login en nuestro mapa de rutas.</a:t>
            </a:r>
            <a:endParaRPr b="1"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dfe123197c_0_32" title="Captura de pantalla 2026-05-09 a la(s) 12.27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787" y="1687800"/>
            <a:ext cx="7270413" cy="4586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37" name="Google Shape;237;g3dfe123197c_0_32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g3dfe123197c_0_3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g3dfe123197c_0_3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0" name="Google Shape;240;g3dfe123197c_0_32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Agregar login al mapa de rutas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1" name="Google Shape;241;g3dfe123197c_0_32"/>
          <p:cNvSpPr txBox="1"/>
          <p:nvPr/>
        </p:nvSpPr>
        <p:spPr>
          <a:xfrm>
            <a:off x="1144600" y="185750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Agregar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Login a la hoja de Ru</a:t>
            </a:r>
            <a:r>
              <a:rPr b="1" lang="es-CL" sz="2800">
                <a:solidFill>
                  <a:srgbClr val="0070C0"/>
                </a:solidFill>
              </a:rPr>
              <a:t>tas de Angular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dfe123197c_0_32"/>
          <p:cNvSpPr/>
          <p:nvPr/>
        </p:nvSpPr>
        <p:spPr>
          <a:xfrm>
            <a:off x="1027125" y="2760950"/>
            <a:ext cx="5514600" cy="255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fe123197c_0_32"/>
          <p:cNvSpPr/>
          <p:nvPr/>
        </p:nvSpPr>
        <p:spPr>
          <a:xfrm>
            <a:off x="1224571" y="3834979"/>
            <a:ext cx="3365400" cy="255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fe123197c_0_32"/>
          <p:cNvSpPr txBox="1"/>
          <p:nvPr/>
        </p:nvSpPr>
        <p:spPr>
          <a:xfrm>
            <a:off x="6990399" y="1380000"/>
            <a:ext cx="121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app.routes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9" name="Google Shape;249;g3dfe123197c_0_4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g3dfe123197c_0_4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1" name="Google Shape;251;g3dfe123197c_0_4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2" name="Google Shape;252;g3dfe123197c_0_47"/>
          <p:cNvSpPr/>
          <p:nvPr/>
        </p:nvSpPr>
        <p:spPr>
          <a:xfrm>
            <a:off x="627057" y="1164625"/>
            <a:ext cx="34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Lanzar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aplicación Angular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" name="Google Shape;253;g3dfe123197c_0_47"/>
          <p:cNvSpPr txBox="1"/>
          <p:nvPr/>
        </p:nvSpPr>
        <p:spPr>
          <a:xfrm>
            <a:off x="1144588" y="185738"/>
            <a:ext cx="725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el Formulario Reactivo para Login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fe123197c_0_47"/>
          <p:cNvSpPr txBox="1"/>
          <p:nvPr/>
        </p:nvSpPr>
        <p:spPr>
          <a:xfrm>
            <a:off x="4197525" y="1164625"/>
            <a:ext cx="20319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serve -o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g3dfe123197c_0_47"/>
          <p:cNvSpPr txBox="1"/>
          <p:nvPr/>
        </p:nvSpPr>
        <p:spPr>
          <a:xfrm>
            <a:off x="3443700" y="1721500"/>
            <a:ext cx="38298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http://localhost:4200/login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" name="Google Shape;256;g3dfe123197c_0_47"/>
          <p:cNvSpPr/>
          <p:nvPr/>
        </p:nvSpPr>
        <p:spPr>
          <a:xfrm>
            <a:off x="627058" y="1721500"/>
            <a:ext cx="269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Probar el Formulario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g3dfe123197c_0_47"/>
          <p:cNvSpPr/>
          <p:nvPr/>
        </p:nvSpPr>
        <p:spPr>
          <a:xfrm>
            <a:off x="627062" y="227838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¿Qué vamos a ver?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g3dfe123197c_0_47"/>
          <p:cNvSpPr/>
          <p:nvPr/>
        </p:nvSpPr>
        <p:spPr>
          <a:xfrm>
            <a:off x="627062" y="55877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Ahora si conseguimos el resultado esperado inicialmente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9" name="Google Shape;259;g3dfe123197c_0_47" title="Captura de pantalla 2026-05-09 a la(s) 12.10.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125" y="2800087"/>
            <a:ext cx="5091502" cy="2635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fe123197c_0_64"/>
          <p:cNvSpPr/>
          <p:nvPr/>
        </p:nvSpPr>
        <p:spPr>
          <a:xfrm>
            <a:off x="5970053" y="2133046"/>
            <a:ext cx="3106150" cy="3819711"/>
          </a:xfrm>
          <a:custGeom>
            <a:rect b="b" l="l" r="r" t="t"/>
            <a:pathLst>
              <a:path extrusionOk="0" h="3819711" w="3295650">
                <a:moveTo>
                  <a:pt x="485775" y="390711"/>
                </a:moveTo>
                <a:cubicBezTo>
                  <a:pt x="479425" y="408173"/>
                  <a:pt x="459066" y="454779"/>
                  <a:pt x="457200" y="466911"/>
                </a:cubicBezTo>
                <a:cubicBezTo>
                  <a:pt x="452348" y="498448"/>
                  <a:pt x="451892" y="530533"/>
                  <a:pt x="447675" y="562161"/>
                </a:cubicBezTo>
                <a:cubicBezTo>
                  <a:pt x="433953" y="665080"/>
                  <a:pt x="444652" y="566242"/>
                  <a:pt x="428625" y="638361"/>
                </a:cubicBezTo>
                <a:cubicBezTo>
                  <a:pt x="424435" y="657214"/>
                  <a:pt x="422275" y="676461"/>
                  <a:pt x="419100" y="695511"/>
                </a:cubicBezTo>
                <a:cubicBezTo>
                  <a:pt x="415925" y="749486"/>
                  <a:pt x="414701" y="803611"/>
                  <a:pt x="409575" y="857436"/>
                </a:cubicBezTo>
                <a:cubicBezTo>
                  <a:pt x="408334" y="870468"/>
                  <a:pt x="402890" y="882757"/>
                  <a:pt x="400050" y="895536"/>
                </a:cubicBezTo>
                <a:cubicBezTo>
                  <a:pt x="382099" y="976315"/>
                  <a:pt x="401211" y="911103"/>
                  <a:pt x="371475" y="1000311"/>
                </a:cubicBezTo>
                <a:lnTo>
                  <a:pt x="361950" y="1028886"/>
                </a:lnTo>
                <a:cubicBezTo>
                  <a:pt x="358775" y="1038411"/>
                  <a:pt x="357994" y="1049107"/>
                  <a:pt x="352425" y="1057461"/>
                </a:cubicBezTo>
                <a:lnTo>
                  <a:pt x="333375" y="1086036"/>
                </a:lnTo>
                <a:cubicBezTo>
                  <a:pt x="331133" y="1095004"/>
                  <a:pt x="320536" y="1141531"/>
                  <a:pt x="314325" y="1152711"/>
                </a:cubicBezTo>
                <a:cubicBezTo>
                  <a:pt x="285842" y="1203980"/>
                  <a:pt x="282360" y="1203726"/>
                  <a:pt x="247650" y="1238436"/>
                </a:cubicBezTo>
                <a:lnTo>
                  <a:pt x="228600" y="1295586"/>
                </a:lnTo>
                <a:lnTo>
                  <a:pt x="219075" y="1324161"/>
                </a:lnTo>
                <a:cubicBezTo>
                  <a:pt x="215900" y="1349561"/>
                  <a:pt x="216285" y="1375665"/>
                  <a:pt x="209550" y="1400361"/>
                </a:cubicBezTo>
                <a:cubicBezTo>
                  <a:pt x="206538" y="1411405"/>
                  <a:pt x="195620" y="1418697"/>
                  <a:pt x="190500" y="1428936"/>
                </a:cubicBezTo>
                <a:cubicBezTo>
                  <a:pt x="186010" y="1437916"/>
                  <a:pt x="185465" y="1448531"/>
                  <a:pt x="180975" y="1457511"/>
                </a:cubicBezTo>
                <a:cubicBezTo>
                  <a:pt x="175855" y="1467750"/>
                  <a:pt x="167605" y="1476147"/>
                  <a:pt x="161925" y="1486086"/>
                </a:cubicBezTo>
                <a:cubicBezTo>
                  <a:pt x="154880" y="1498414"/>
                  <a:pt x="149920" y="1511858"/>
                  <a:pt x="142875" y="1524186"/>
                </a:cubicBezTo>
                <a:cubicBezTo>
                  <a:pt x="137195" y="1534125"/>
                  <a:pt x="128474" y="1542300"/>
                  <a:pt x="123825" y="1552761"/>
                </a:cubicBezTo>
                <a:cubicBezTo>
                  <a:pt x="115670" y="1571111"/>
                  <a:pt x="111125" y="1590861"/>
                  <a:pt x="104775" y="1609911"/>
                </a:cubicBezTo>
                <a:cubicBezTo>
                  <a:pt x="101600" y="1619436"/>
                  <a:pt x="103604" y="1632917"/>
                  <a:pt x="95250" y="1638486"/>
                </a:cubicBezTo>
                <a:lnTo>
                  <a:pt x="66675" y="1657536"/>
                </a:lnTo>
                <a:cubicBezTo>
                  <a:pt x="63500" y="1667061"/>
                  <a:pt x="61640" y="1677131"/>
                  <a:pt x="57150" y="1686111"/>
                </a:cubicBezTo>
                <a:cubicBezTo>
                  <a:pt x="52030" y="1696350"/>
                  <a:pt x="42120" y="1703967"/>
                  <a:pt x="38100" y="1714686"/>
                </a:cubicBezTo>
                <a:cubicBezTo>
                  <a:pt x="32416" y="1729845"/>
                  <a:pt x="30865" y="1746284"/>
                  <a:pt x="28575" y="1762311"/>
                </a:cubicBezTo>
                <a:cubicBezTo>
                  <a:pt x="21971" y="1808536"/>
                  <a:pt x="18899" y="1867842"/>
                  <a:pt x="9525" y="1914711"/>
                </a:cubicBezTo>
                <a:cubicBezTo>
                  <a:pt x="7556" y="1924556"/>
                  <a:pt x="3175" y="1933761"/>
                  <a:pt x="0" y="1943286"/>
                </a:cubicBezTo>
                <a:cubicBezTo>
                  <a:pt x="3175" y="1984561"/>
                  <a:pt x="4390" y="2026034"/>
                  <a:pt x="9525" y="2067111"/>
                </a:cubicBezTo>
                <a:cubicBezTo>
                  <a:pt x="10770" y="2077074"/>
                  <a:pt x="13481" y="2087332"/>
                  <a:pt x="19050" y="2095686"/>
                </a:cubicBezTo>
                <a:cubicBezTo>
                  <a:pt x="26522" y="2106894"/>
                  <a:pt x="38100" y="2114736"/>
                  <a:pt x="47625" y="2124261"/>
                </a:cubicBezTo>
                <a:cubicBezTo>
                  <a:pt x="44450" y="2136961"/>
                  <a:pt x="41696" y="2149774"/>
                  <a:pt x="38100" y="2162361"/>
                </a:cubicBezTo>
                <a:cubicBezTo>
                  <a:pt x="35342" y="2172015"/>
                  <a:pt x="28575" y="2180896"/>
                  <a:pt x="28575" y="2190936"/>
                </a:cubicBezTo>
                <a:cubicBezTo>
                  <a:pt x="28575" y="2494883"/>
                  <a:pt x="23416" y="2440573"/>
                  <a:pt x="47625" y="2610036"/>
                </a:cubicBezTo>
                <a:cubicBezTo>
                  <a:pt x="44450" y="2632261"/>
                  <a:pt x="41514" y="2654521"/>
                  <a:pt x="38100" y="2676711"/>
                </a:cubicBezTo>
                <a:cubicBezTo>
                  <a:pt x="35163" y="2695799"/>
                  <a:pt x="30406" y="2714635"/>
                  <a:pt x="28575" y="2733861"/>
                </a:cubicBezTo>
                <a:cubicBezTo>
                  <a:pt x="24050" y="2781377"/>
                  <a:pt x="22225" y="2829111"/>
                  <a:pt x="19050" y="2876736"/>
                </a:cubicBezTo>
                <a:cubicBezTo>
                  <a:pt x="22225" y="2908486"/>
                  <a:pt x="24062" y="2940398"/>
                  <a:pt x="28575" y="2971986"/>
                </a:cubicBezTo>
                <a:cubicBezTo>
                  <a:pt x="30995" y="2988928"/>
                  <a:pt x="52329" y="3060005"/>
                  <a:pt x="57150" y="3067236"/>
                </a:cubicBezTo>
                <a:cubicBezTo>
                  <a:pt x="63500" y="3076761"/>
                  <a:pt x="71080" y="3085572"/>
                  <a:pt x="76200" y="3095811"/>
                </a:cubicBezTo>
                <a:cubicBezTo>
                  <a:pt x="112563" y="3168537"/>
                  <a:pt x="45204" y="3070358"/>
                  <a:pt x="114300" y="3162486"/>
                </a:cubicBezTo>
                <a:cubicBezTo>
                  <a:pt x="117475" y="3172011"/>
                  <a:pt x="119335" y="3182081"/>
                  <a:pt x="123825" y="3191061"/>
                </a:cubicBezTo>
                <a:cubicBezTo>
                  <a:pt x="131308" y="3206026"/>
                  <a:pt x="164259" y="3247669"/>
                  <a:pt x="171450" y="3257736"/>
                </a:cubicBezTo>
                <a:cubicBezTo>
                  <a:pt x="193819" y="3289053"/>
                  <a:pt x="209763" y="3324518"/>
                  <a:pt x="247650" y="3343461"/>
                </a:cubicBezTo>
                <a:lnTo>
                  <a:pt x="285750" y="3362511"/>
                </a:lnTo>
                <a:cubicBezTo>
                  <a:pt x="323399" y="3437809"/>
                  <a:pt x="279169" y="3366395"/>
                  <a:pt x="352425" y="3429186"/>
                </a:cubicBezTo>
                <a:cubicBezTo>
                  <a:pt x="407259" y="3476187"/>
                  <a:pt x="334115" y="3445308"/>
                  <a:pt x="400050" y="3467286"/>
                </a:cubicBezTo>
                <a:cubicBezTo>
                  <a:pt x="474097" y="3541333"/>
                  <a:pt x="369226" y="3444982"/>
                  <a:pt x="485775" y="3514911"/>
                </a:cubicBezTo>
                <a:cubicBezTo>
                  <a:pt x="589273" y="3577010"/>
                  <a:pt x="490204" y="3522252"/>
                  <a:pt x="561975" y="3553011"/>
                </a:cubicBezTo>
                <a:cubicBezTo>
                  <a:pt x="575026" y="3558604"/>
                  <a:pt x="586605" y="3567571"/>
                  <a:pt x="600075" y="3572061"/>
                </a:cubicBezTo>
                <a:cubicBezTo>
                  <a:pt x="615434" y="3577181"/>
                  <a:pt x="631994" y="3577659"/>
                  <a:pt x="647700" y="3581586"/>
                </a:cubicBezTo>
                <a:cubicBezTo>
                  <a:pt x="657440" y="3584021"/>
                  <a:pt x="666474" y="3588933"/>
                  <a:pt x="676275" y="3591111"/>
                </a:cubicBezTo>
                <a:cubicBezTo>
                  <a:pt x="695128" y="3595301"/>
                  <a:pt x="714424" y="3597181"/>
                  <a:pt x="733425" y="3600636"/>
                </a:cubicBezTo>
                <a:cubicBezTo>
                  <a:pt x="812426" y="3615000"/>
                  <a:pt x="750353" y="3604398"/>
                  <a:pt x="819150" y="3619686"/>
                </a:cubicBezTo>
                <a:cubicBezTo>
                  <a:pt x="834954" y="3623198"/>
                  <a:pt x="850847" y="3626315"/>
                  <a:pt x="866775" y="3629211"/>
                </a:cubicBezTo>
                <a:cubicBezTo>
                  <a:pt x="885776" y="3632666"/>
                  <a:pt x="904658" y="3637407"/>
                  <a:pt x="923925" y="3638736"/>
                </a:cubicBezTo>
                <a:cubicBezTo>
                  <a:pt x="996846" y="3643765"/>
                  <a:pt x="1069975" y="3645086"/>
                  <a:pt x="1143000" y="3648261"/>
                </a:cubicBezTo>
                <a:cubicBezTo>
                  <a:pt x="1189283" y="3659832"/>
                  <a:pt x="1183757" y="3659526"/>
                  <a:pt x="1238250" y="3667311"/>
                </a:cubicBezTo>
                <a:cubicBezTo>
                  <a:pt x="1263590" y="3670931"/>
                  <a:pt x="1288909" y="3675133"/>
                  <a:pt x="1314450" y="3676836"/>
                </a:cubicBezTo>
                <a:cubicBezTo>
                  <a:pt x="1384217" y="3681487"/>
                  <a:pt x="1454150" y="3683186"/>
                  <a:pt x="1524000" y="3686361"/>
                </a:cubicBezTo>
                <a:cubicBezTo>
                  <a:pt x="1533862" y="3688005"/>
                  <a:pt x="1673638" y="3712211"/>
                  <a:pt x="1704975" y="3714936"/>
                </a:cubicBezTo>
                <a:cubicBezTo>
                  <a:pt x="1755683" y="3719345"/>
                  <a:pt x="1806575" y="3721286"/>
                  <a:pt x="1857375" y="3724461"/>
                </a:cubicBezTo>
                <a:lnTo>
                  <a:pt x="1914525" y="3743511"/>
                </a:lnTo>
                <a:cubicBezTo>
                  <a:pt x="1924050" y="3746686"/>
                  <a:pt x="1933196" y="3751385"/>
                  <a:pt x="1943100" y="3753036"/>
                </a:cubicBezTo>
                <a:cubicBezTo>
                  <a:pt x="2117069" y="3782031"/>
                  <a:pt x="1957078" y="3758047"/>
                  <a:pt x="2343150" y="3772086"/>
                </a:cubicBezTo>
                <a:cubicBezTo>
                  <a:pt x="2403519" y="3774281"/>
                  <a:pt x="2463800" y="3778436"/>
                  <a:pt x="2524125" y="3781611"/>
                </a:cubicBezTo>
                <a:lnTo>
                  <a:pt x="2571750" y="3791136"/>
                </a:lnTo>
                <a:cubicBezTo>
                  <a:pt x="2628616" y="3801475"/>
                  <a:pt x="2623587" y="3798422"/>
                  <a:pt x="2676525" y="3810186"/>
                </a:cubicBezTo>
                <a:cubicBezTo>
                  <a:pt x="2689304" y="3813026"/>
                  <a:pt x="2701925" y="3816536"/>
                  <a:pt x="2714625" y="3819711"/>
                </a:cubicBezTo>
                <a:cubicBezTo>
                  <a:pt x="2768600" y="3816536"/>
                  <a:pt x="2823080" y="3818207"/>
                  <a:pt x="2876550" y="3810186"/>
                </a:cubicBezTo>
                <a:cubicBezTo>
                  <a:pt x="2887871" y="3808488"/>
                  <a:pt x="2894886" y="3796256"/>
                  <a:pt x="2905125" y="3791136"/>
                </a:cubicBezTo>
                <a:cubicBezTo>
                  <a:pt x="2940993" y="3773202"/>
                  <a:pt x="2954470" y="3771656"/>
                  <a:pt x="2990850" y="3762561"/>
                </a:cubicBezTo>
                <a:cubicBezTo>
                  <a:pt x="3003550" y="3753036"/>
                  <a:pt x="3015167" y="3741862"/>
                  <a:pt x="3028950" y="3733986"/>
                </a:cubicBezTo>
                <a:cubicBezTo>
                  <a:pt x="3037667" y="3729005"/>
                  <a:pt x="3048545" y="3728951"/>
                  <a:pt x="3057525" y="3724461"/>
                </a:cubicBezTo>
                <a:cubicBezTo>
                  <a:pt x="3067764" y="3719341"/>
                  <a:pt x="3076575" y="3711761"/>
                  <a:pt x="3086100" y="3705411"/>
                </a:cubicBezTo>
                <a:cubicBezTo>
                  <a:pt x="3092450" y="3692711"/>
                  <a:pt x="3097845" y="3679487"/>
                  <a:pt x="3105150" y="3667311"/>
                </a:cubicBezTo>
                <a:cubicBezTo>
                  <a:pt x="3127304" y="3630387"/>
                  <a:pt x="3147785" y="3610768"/>
                  <a:pt x="3162300" y="3572061"/>
                </a:cubicBezTo>
                <a:cubicBezTo>
                  <a:pt x="3166897" y="3559804"/>
                  <a:pt x="3167228" y="3546218"/>
                  <a:pt x="3171825" y="3533961"/>
                </a:cubicBezTo>
                <a:cubicBezTo>
                  <a:pt x="3176811" y="3520666"/>
                  <a:pt x="3183570" y="3508037"/>
                  <a:pt x="3190875" y="3495861"/>
                </a:cubicBezTo>
                <a:cubicBezTo>
                  <a:pt x="3202655" y="3476228"/>
                  <a:pt x="3228975" y="3438711"/>
                  <a:pt x="3228975" y="3438711"/>
                </a:cubicBezTo>
                <a:cubicBezTo>
                  <a:pt x="3232150" y="3413311"/>
                  <a:pt x="3234608" y="3387811"/>
                  <a:pt x="3238500" y="3362511"/>
                </a:cubicBezTo>
                <a:cubicBezTo>
                  <a:pt x="3240962" y="3346510"/>
                  <a:pt x="3247101" y="3331049"/>
                  <a:pt x="3248025" y="3314886"/>
                </a:cubicBezTo>
                <a:cubicBezTo>
                  <a:pt x="3267209" y="2979159"/>
                  <a:pt x="3233169" y="3126661"/>
                  <a:pt x="3267075" y="2991036"/>
                </a:cubicBezTo>
                <a:cubicBezTo>
                  <a:pt x="3270250" y="2918011"/>
                  <a:pt x="3271738" y="2844893"/>
                  <a:pt x="3276600" y="2771961"/>
                </a:cubicBezTo>
                <a:cubicBezTo>
                  <a:pt x="3278093" y="2749560"/>
                  <a:pt x="3284680" y="2727690"/>
                  <a:pt x="3286125" y="2705286"/>
                </a:cubicBezTo>
                <a:cubicBezTo>
                  <a:pt x="3291035" y="2629178"/>
                  <a:pt x="3292475" y="2552886"/>
                  <a:pt x="3295650" y="2476686"/>
                </a:cubicBezTo>
                <a:cubicBezTo>
                  <a:pt x="3292475" y="2340161"/>
                  <a:pt x="3290675" y="2203597"/>
                  <a:pt x="3286125" y="2067111"/>
                </a:cubicBezTo>
                <a:cubicBezTo>
                  <a:pt x="3284324" y="2013073"/>
                  <a:pt x="3284246" y="1958711"/>
                  <a:pt x="3276600" y="1905186"/>
                </a:cubicBezTo>
                <a:cubicBezTo>
                  <a:pt x="3274592" y="1891130"/>
                  <a:pt x="3263900" y="1879786"/>
                  <a:pt x="3257550" y="1867086"/>
                </a:cubicBezTo>
                <a:cubicBezTo>
                  <a:pt x="3254375" y="1806761"/>
                  <a:pt x="3253042" y="1746311"/>
                  <a:pt x="3248025" y="1686111"/>
                </a:cubicBezTo>
                <a:cubicBezTo>
                  <a:pt x="3245649" y="1657593"/>
                  <a:pt x="3234570" y="1628362"/>
                  <a:pt x="3228975" y="1600386"/>
                </a:cubicBezTo>
                <a:cubicBezTo>
                  <a:pt x="3225187" y="1581448"/>
                  <a:pt x="3223238" y="1562174"/>
                  <a:pt x="3219450" y="1543236"/>
                </a:cubicBezTo>
                <a:cubicBezTo>
                  <a:pt x="3216883" y="1530399"/>
                  <a:pt x="3212765" y="1517915"/>
                  <a:pt x="3209925" y="1505136"/>
                </a:cubicBezTo>
                <a:cubicBezTo>
                  <a:pt x="3206413" y="1489332"/>
                  <a:pt x="3206413" y="1472542"/>
                  <a:pt x="3200400" y="1457511"/>
                </a:cubicBezTo>
                <a:cubicBezTo>
                  <a:pt x="3193524" y="1440322"/>
                  <a:pt x="3179486" y="1426740"/>
                  <a:pt x="3171825" y="1409886"/>
                </a:cubicBezTo>
                <a:cubicBezTo>
                  <a:pt x="3163516" y="1391605"/>
                  <a:pt x="3163914" y="1369444"/>
                  <a:pt x="3152775" y="1352736"/>
                </a:cubicBezTo>
                <a:cubicBezTo>
                  <a:pt x="3146425" y="1343211"/>
                  <a:pt x="3138374" y="1334622"/>
                  <a:pt x="3133725" y="1324161"/>
                </a:cubicBezTo>
                <a:cubicBezTo>
                  <a:pt x="3125570" y="1305811"/>
                  <a:pt x="3122133" y="1285655"/>
                  <a:pt x="3114675" y="1267011"/>
                </a:cubicBezTo>
                <a:cubicBezTo>
                  <a:pt x="3108325" y="1251136"/>
                  <a:pt x="3101628" y="1235395"/>
                  <a:pt x="3095625" y="1219386"/>
                </a:cubicBezTo>
                <a:cubicBezTo>
                  <a:pt x="3092100" y="1209985"/>
                  <a:pt x="3090055" y="1200039"/>
                  <a:pt x="3086100" y="1190811"/>
                </a:cubicBezTo>
                <a:cubicBezTo>
                  <a:pt x="3068667" y="1150134"/>
                  <a:pt x="3065824" y="1151076"/>
                  <a:pt x="3038475" y="1114611"/>
                </a:cubicBezTo>
                <a:cubicBezTo>
                  <a:pt x="3035300" y="1095561"/>
                  <a:pt x="3033140" y="1076314"/>
                  <a:pt x="3028950" y="1057461"/>
                </a:cubicBezTo>
                <a:cubicBezTo>
                  <a:pt x="3024491" y="1037397"/>
                  <a:pt x="3005319" y="996092"/>
                  <a:pt x="3000375" y="981261"/>
                </a:cubicBezTo>
                <a:cubicBezTo>
                  <a:pt x="2988291" y="945010"/>
                  <a:pt x="2995084" y="946691"/>
                  <a:pt x="2981325" y="914586"/>
                </a:cubicBezTo>
                <a:cubicBezTo>
                  <a:pt x="2975732" y="901535"/>
                  <a:pt x="2968625" y="889186"/>
                  <a:pt x="2962275" y="876486"/>
                </a:cubicBezTo>
                <a:cubicBezTo>
                  <a:pt x="2942910" y="779660"/>
                  <a:pt x="2962751" y="868627"/>
                  <a:pt x="2943225" y="800286"/>
                </a:cubicBezTo>
                <a:cubicBezTo>
                  <a:pt x="2939629" y="787699"/>
                  <a:pt x="2937462" y="774725"/>
                  <a:pt x="2933700" y="762186"/>
                </a:cubicBezTo>
                <a:cubicBezTo>
                  <a:pt x="2927930" y="742952"/>
                  <a:pt x="2918588" y="724727"/>
                  <a:pt x="2914650" y="705036"/>
                </a:cubicBezTo>
                <a:cubicBezTo>
                  <a:pt x="2911475" y="689161"/>
                  <a:pt x="2910245" y="672770"/>
                  <a:pt x="2905125" y="657411"/>
                </a:cubicBezTo>
                <a:cubicBezTo>
                  <a:pt x="2900635" y="643941"/>
                  <a:pt x="2891348" y="632494"/>
                  <a:pt x="2886075" y="619311"/>
                </a:cubicBezTo>
                <a:cubicBezTo>
                  <a:pt x="2878617" y="600667"/>
                  <a:pt x="2874483" y="580805"/>
                  <a:pt x="2867025" y="562161"/>
                </a:cubicBezTo>
                <a:cubicBezTo>
                  <a:pt x="2861752" y="548978"/>
                  <a:pt x="2853568" y="537112"/>
                  <a:pt x="2847975" y="524061"/>
                </a:cubicBezTo>
                <a:cubicBezTo>
                  <a:pt x="2844020" y="514833"/>
                  <a:pt x="2844019" y="503840"/>
                  <a:pt x="2838450" y="495486"/>
                </a:cubicBezTo>
                <a:cubicBezTo>
                  <a:pt x="2830978" y="484278"/>
                  <a:pt x="2817705" y="477872"/>
                  <a:pt x="2809875" y="466911"/>
                </a:cubicBezTo>
                <a:cubicBezTo>
                  <a:pt x="2776841" y="420663"/>
                  <a:pt x="2802028" y="441693"/>
                  <a:pt x="2781300" y="400236"/>
                </a:cubicBezTo>
                <a:cubicBezTo>
                  <a:pt x="2776180" y="389997"/>
                  <a:pt x="2767370" y="381900"/>
                  <a:pt x="2762250" y="371661"/>
                </a:cubicBezTo>
                <a:cubicBezTo>
                  <a:pt x="2741522" y="330204"/>
                  <a:pt x="2766709" y="351234"/>
                  <a:pt x="2733675" y="304986"/>
                </a:cubicBezTo>
                <a:cubicBezTo>
                  <a:pt x="2725845" y="294025"/>
                  <a:pt x="2714625" y="285936"/>
                  <a:pt x="2705100" y="276411"/>
                </a:cubicBezTo>
                <a:cubicBezTo>
                  <a:pt x="2684955" y="195830"/>
                  <a:pt x="2712398" y="277833"/>
                  <a:pt x="2667000" y="209736"/>
                </a:cubicBezTo>
                <a:cubicBezTo>
                  <a:pt x="2661431" y="201382"/>
                  <a:pt x="2661430" y="190389"/>
                  <a:pt x="2657475" y="181161"/>
                </a:cubicBezTo>
                <a:cubicBezTo>
                  <a:pt x="2653807" y="172601"/>
                  <a:pt x="2629773" y="122804"/>
                  <a:pt x="2619375" y="114486"/>
                </a:cubicBezTo>
                <a:cubicBezTo>
                  <a:pt x="2595986" y="95775"/>
                  <a:pt x="2568097" y="83476"/>
                  <a:pt x="2543175" y="66861"/>
                </a:cubicBezTo>
                <a:cubicBezTo>
                  <a:pt x="2533650" y="60511"/>
                  <a:pt x="2525061" y="52460"/>
                  <a:pt x="2514600" y="47811"/>
                </a:cubicBezTo>
                <a:cubicBezTo>
                  <a:pt x="2496250" y="39656"/>
                  <a:pt x="2477329" y="31601"/>
                  <a:pt x="2457450" y="28761"/>
                </a:cubicBezTo>
                <a:lnTo>
                  <a:pt x="2390775" y="19236"/>
                </a:lnTo>
                <a:cubicBezTo>
                  <a:pt x="2323351" y="-3239"/>
                  <a:pt x="2341639" y="186"/>
                  <a:pt x="2219325" y="186"/>
                </a:cubicBezTo>
                <a:cubicBezTo>
                  <a:pt x="1936732" y="186"/>
                  <a:pt x="1654175" y="6536"/>
                  <a:pt x="1371600" y="9711"/>
                </a:cubicBezTo>
                <a:cubicBezTo>
                  <a:pt x="1343940" y="13169"/>
                  <a:pt x="1288767" y="16961"/>
                  <a:pt x="1257300" y="28761"/>
                </a:cubicBezTo>
                <a:cubicBezTo>
                  <a:pt x="1244005" y="33747"/>
                  <a:pt x="1232495" y="42825"/>
                  <a:pt x="1219200" y="47811"/>
                </a:cubicBezTo>
                <a:cubicBezTo>
                  <a:pt x="1154754" y="71978"/>
                  <a:pt x="1206255" y="43834"/>
                  <a:pt x="1152525" y="66861"/>
                </a:cubicBezTo>
                <a:cubicBezTo>
                  <a:pt x="1123653" y="79235"/>
                  <a:pt x="1089446" y="103562"/>
                  <a:pt x="1057275" y="104961"/>
                </a:cubicBezTo>
                <a:lnTo>
                  <a:pt x="838200" y="114486"/>
                </a:lnTo>
                <a:cubicBezTo>
                  <a:pt x="757619" y="134631"/>
                  <a:pt x="839622" y="107188"/>
                  <a:pt x="771525" y="152586"/>
                </a:cubicBezTo>
                <a:cubicBezTo>
                  <a:pt x="763171" y="158155"/>
                  <a:pt x="751930" y="157621"/>
                  <a:pt x="742950" y="162111"/>
                </a:cubicBezTo>
                <a:cubicBezTo>
                  <a:pt x="732711" y="167231"/>
                  <a:pt x="723900" y="174811"/>
                  <a:pt x="714375" y="181161"/>
                </a:cubicBezTo>
                <a:cubicBezTo>
                  <a:pt x="708025" y="190686"/>
                  <a:pt x="705033" y="203669"/>
                  <a:pt x="695325" y="209736"/>
                </a:cubicBezTo>
                <a:cubicBezTo>
                  <a:pt x="678297" y="220379"/>
                  <a:pt x="638175" y="228786"/>
                  <a:pt x="638175" y="228786"/>
                </a:cubicBezTo>
                <a:cubicBezTo>
                  <a:pt x="602976" y="281584"/>
                  <a:pt x="639264" y="239823"/>
                  <a:pt x="590550" y="266886"/>
                </a:cubicBezTo>
                <a:cubicBezTo>
                  <a:pt x="570536" y="278005"/>
                  <a:pt x="533400" y="304986"/>
                  <a:pt x="533400" y="304986"/>
                </a:cubicBezTo>
                <a:cubicBezTo>
                  <a:pt x="520700" y="324036"/>
                  <a:pt x="500853" y="339924"/>
                  <a:pt x="495300" y="362136"/>
                </a:cubicBezTo>
                <a:cubicBezTo>
                  <a:pt x="484686" y="404592"/>
                  <a:pt x="492125" y="373249"/>
                  <a:pt x="485775" y="390711"/>
                </a:cubicBezTo>
                <a:close/>
              </a:path>
            </a:pathLst>
          </a:custGeom>
          <a:solidFill>
            <a:srgbClr val="C5E0B4">
              <a:alpha val="2509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fe123197c_0_64"/>
          <p:cNvSpPr/>
          <p:nvPr/>
        </p:nvSpPr>
        <p:spPr>
          <a:xfrm>
            <a:off x="65450" y="2002175"/>
            <a:ext cx="5931709" cy="3948065"/>
          </a:xfrm>
          <a:custGeom>
            <a:rect b="b" l="l" r="r" t="t"/>
            <a:pathLst>
              <a:path extrusionOk="0" h="3486150" w="5829689">
                <a:moveTo>
                  <a:pt x="4743450" y="3429000"/>
                </a:moveTo>
                <a:cubicBezTo>
                  <a:pt x="4870450" y="3432175"/>
                  <a:pt x="4774221" y="3449914"/>
                  <a:pt x="4791075" y="3457575"/>
                </a:cubicBezTo>
                <a:cubicBezTo>
                  <a:pt x="4839016" y="3479366"/>
                  <a:pt x="4862455" y="3478658"/>
                  <a:pt x="4914900" y="3486150"/>
                </a:cubicBezTo>
                <a:cubicBezTo>
                  <a:pt x="4994275" y="3482975"/>
                  <a:pt x="5073762" y="3481909"/>
                  <a:pt x="5153025" y="3476625"/>
                </a:cubicBezTo>
                <a:cubicBezTo>
                  <a:pt x="5173545" y="3475257"/>
                  <a:pt x="5217241" y="3462355"/>
                  <a:pt x="5238750" y="3457575"/>
                </a:cubicBezTo>
                <a:cubicBezTo>
                  <a:pt x="5347581" y="3433390"/>
                  <a:pt x="5231557" y="3461754"/>
                  <a:pt x="5324475" y="3438525"/>
                </a:cubicBezTo>
                <a:cubicBezTo>
                  <a:pt x="5337175" y="3429000"/>
                  <a:pt x="5348792" y="3417826"/>
                  <a:pt x="5362575" y="3409950"/>
                </a:cubicBezTo>
                <a:cubicBezTo>
                  <a:pt x="5371292" y="3404969"/>
                  <a:pt x="5384050" y="3407525"/>
                  <a:pt x="5391150" y="3400425"/>
                </a:cubicBezTo>
                <a:cubicBezTo>
                  <a:pt x="5407339" y="3384236"/>
                  <a:pt x="5416550" y="3362325"/>
                  <a:pt x="5429250" y="3343275"/>
                </a:cubicBezTo>
                <a:cubicBezTo>
                  <a:pt x="5435600" y="3333750"/>
                  <a:pt x="5444680" y="3325560"/>
                  <a:pt x="5448300" y="3314700"/>
                </a:cubicBezTo>
                <a:lnTo>
                  <a:pt x="5467350" y="3257550"/>
                </a:lnTo>
                <a:cubicBezTo>
                  <a:pt x="5470525" y="3200400"/>
                  <a:pt x="5465201" y="3142135"/>
                  <a:pt x="5476875" y="3086100"/>
                </a:cubicBezTo>
                <a:cubicBezTo>
                  <a:pt x="5481545" y="3063686"/>
                  <a:pt x="5514975" y="3028950"/>
                  <a:pt x="5514975" y="3028950"/>
                </a:cubicBezTo>
                <a:cubicBezTo>
                  <a:pt x="5518150" y="3009900"/>
                  <a:pt x="5520941" y="2990782"/>
                  <a:pt x="5524500" y="2971800"/>
                </a:cubicBezTo>
                <a:cubicBezTo>
                  <a:pt x="5530467" y="2939976"/>
                  <a:pt x="5538971" y="2908603"/>
                  <a:pt x="5543550" y="2876550"/>
                </a:cubicBezTo>
                <a:cubicBezTo>
                  <a:pt x="5546725" y="2854325"/>
                  <a:pt x="5549059" y="2831964"/>
                  <a:pt x="5553075" y="2809875"/>
                </a:cubicBezTo>
                <a:cubicBezTo>
                  <a:pt x="5557859" y="2783563"/>
                  <a:pt x="5563964" y="2767683"/>
                  <a:pt x="5572125" y="2743200"/>
                </a:cubicBezTo>
                <a:cubicBezTo>
                  <a:pt x="5580713" y="2459808"/>
                  <a:pt x="5588473" y="2431923"/>
                  <a:pt x="5572125" y="2162175"/>
                </a:cubicBezTo>
                <a:cubicBezTo>
                  <a:pt x="5571146" y="2146015"/>
                  <a:pt x="5564740" y="2130597"/>
                  <a:pt x="5562600" y="2114550"/>
                </a:cubicBezTo>
                <a:cubicBezTo>
                  <a:pt x="5540328" y="1947511"/>
                  <a:pt x="5564983" y="2078839"/>
                  <a:pt x="5543550" y="1971675"/>
                </a:cubicBezTo>
                <a:cubicBezTo>
                  <a:pt x="5546725" y="1908175"/>
                  <a:pt x="5545189" y="1844263"/>
                  <a:pt x="5553075" y="1781175"/>
                </a:cubicBezTo>
                <a:cubicBezTo>
                  <a:pt x="5554836" y="1767086"/>
                  <a:pt x="5566532" y="1756126"/>
                  <a:pt x="5572125" y="1743075"/>
                </a:cubicBezTo>
                <a:cubicBezTo>
                  <a:pt x="5576080" y="1733847"/>
                  <a:pt x="5576669" y="1723217"/>
                  <a:pt x="5581650" y="1714500"/>
                </a:cubicBezTo>
                <a:cubicBezTo>
                  <a:pt x="5598908" y="1684299"/>
                  <a:pt x="5614533" y="1677309"/>
                  <a:pt x="5629275" y="1647825"/>
                </a:cubicBezTo>
                <a:cubicBezTo>
                  <a:pt x="5650003" y="1606368"/>
                  <a:pt x="5624816" y="1627398"/>
                  <a:pt x="5657850" y="1581150"/>
                </a:cubicBezTo>
                <a:cubicBezTo>
                  <a:pt x="5665680" y="1570189"/>
                  <a:pt x="5676900" y="1562100"/>
                  <a:pt x="5686425" y="1552575"/>
                </a:cubicBezTo>
                <a:cubicBezTo>
                  <a:pt x="5689600" y="1536700"/>
                  <a:pt x="5691298" y="1520457"/>
                  <a:pt x="5695950" y="1504950"/>
                </a:cubicBezTo>
                <a:cubicBezTo>
                  <a:pt x="5700863" y="1488573"/>
                  <a:pt x="5708997" y="1473334"/>
                  <a:pt x="5715000" y="1457325"/>
                </a:cubicBezTo>
                <a:cubicBezTo>
                  <a:pt x="5728703" y="1420785"/>
                  <a:pt x="5722040" y="1432683"/>
                  <a:pt x="5734050" y="1390650"/>
                </a:cubicBezTo>
                <a:cubicBezTo>
                  <a:pt x="5736808" y="1380996"/>
                  <a:pt x="5741140" y="1371815"/>
                  <a:pt x="5743575" y="1362075"/>
                </a:cubicBezTo>
                <a:cubicBezTo>
                  <a:pt x="5747502" y="1346369"/>
                  <a:pt x="5749588" y="1330254"/>
                  <a:pt x="5753100" y="1314450"/>
                </a:cubicBezTo>
                <a:cubicBezTo>
                  <a:pt x="5755940" y="1301671"/>
                  <a:pt x="5759785" y="1289129"/>
                  <a:pt x="5762625" y="1276350"/>
                </a:cubicBezTo>
                <a:cubicBezTo>
                  <a:pt x="5766137" y="1260546"/>
                  <a:pt x="5767030" y="1244084"/>
                  <a:pt x="5772150" y="1228725"/>
                </a:cubicBezTo>
                <a:cubicBezTo>
                  <a:pt x="5776640" y="1215255"/>
                  <a:pt x="5785607" y="1203676"/>
                  <a:pt x="5791200" y="1190625"/>
                </a:cubicBezTo>
                <a:cubicBezTo>
                  <a:pt x="5800988" y="1167787"/>
                  <a:pt x="5803345" y="1148117"/>
                  <a:pt x="5810250" y="1123950"/>
                </a:cubicBezTo>
                <a:cubicBezTo>
                  <a:pt x="5813008" y="1114296"/>
                  <a:pt x="5816600" y="1104900"/>
                  <a:pt x="5819775" y="1095375"/>
                </a:cubicBezTo>
                <a:cubicBezTo>
                  <a:pt x="5807631" y="658202"/>
                  <a:pt x="5869420" y="862792"/>
                  <a:pt x="5781675" y="704850"/>
                </a:cubicBezTo>
                <a:cubicBezTo>
                  <a:pt x="5774779" y="692438"/>
                  <a:pt x="5768975" y="679450"/>
                  <a:pt x="5762625" y="666750"/>
                </a:cubicBezTo>
                <a:cubicBezTo>
                  <a:pt x="5754189" y="616135"/>
                  <a:pt x="5759220" y="611772"/>
                  <a:pt x="5734050" y="571500"/>
                </a:cubicBezTo>
                <a:cubicBezTo>
                  <a:pt x="5725636" y="558038"/>
                  <a:pt x="5716700" y="544625"/>
                  <a:pt x="5705475" y="533400"/>
                </a:cubicBezTo>
                <a:cubicBezTo>
                  <a:pt x="5685234" y="513159"/>
                  <a:pt x="5653833" y="506215"/>
                  <a:pt x="5629275" y="495300"/>
                </a:cubicBezTo>
                <a:cubicBezTo>
                  <a:pt x="5616300" y="489533"/>
                  <a:pt x="5604470" y="481236"/>
                  <a:pt x="5591175" y="476250"/>
                </a:cubicBezTo>
                <a:cubicBezTo>
                  <a:pt x="5578918" y="471653"/>
                  <a:pt x="5566147" y="467432"/>
                  <a:pt x="5553075" y="466725"/>
                </a:cubicBezTo>
                <a:cubicBezTo>
                  <a:pt x="5448405" y="461067"/>
                  <a:pt x="5343525" y="460375"/>
                  <a:pt x="5238750" y="457200"/>
                </a:cubicBezTo>
                <a:lnTo>
                  <a:pt x="5172075" y="447675"/>
                </a:lnTo>
                <a:cubicBezTo>
                  <a:pt x="5143546" y="444109"/>
                  <a:pt x="5114812" y="442216"/>
                  <a:pt x="5086350" y="438150"/>
                </a:cubicBezTo>
                <a:cubicBezTo>
                  <a:pt x="5070323" y="435860"/>
                  <a:pt x="5054858" y="429969"/>
                  <a:pt x="5038725" y="428625"/>
                </a:cubicBezTo>
                <a:cubicBezTo>
                  <a:pt x="4914352" y="418261"/>
                  <a:pt x="4624135" y="412229"/>
                  <a:pt x="4533900" y="409575"/>
                </a:cubicBezTo>
                <a:cubicBezTo>
                  <a:pt x="4511675" y="406400"/>
                  <a:pt x="4489598" y="401914"/>
                  <a:pt x="4467225" y="400050"/>
                </a:cubicBezTo>
                <a:cubicBezTo>
                  <a:pt x="4413343" y="395560"/>
                  <a:pt x="4358983" y="396967"/>
                  <a:pt x="4305300" y="390525"/>
                </a:cubicBezTo>
                <a:cubicBezTo>
                  <a:pt x="4279305" y="387406"/>
                  <a:pt x="4229100" y="371475"/>
                  <a:pt x="4229100" y="371475"/>
                </a:cubicBezTo>
                <a:cubicBezTo>
                  <a:pt x="4219575" y="365125"/>
                  <a:pt x="4211586" y="355375"/>
                  <a:pt x="4200525" y="352425"/>
                </a:cubicBezTo>
                <a:cubicBezTo>
                  <a:pt x="4163204" y="342473"/>
                  <a:pt x="4124100" y="340950"/>
                  <a:pt x="4086225" y="333375"/>
                </a:cubicBezTo>
                <a:cubicBezTo>
                  <a:pt x="4070350" y="330200"/>
                  <a:pt x="4054219" y="328110"/>
                  <a:pt x="4038600" y="323850"/>
                </a:cubicBezTo>
                <a:cubicBezTo>
                  <a:pt x="4019227" y="318566"/>
                  <a:pt x="4000500" y="311150"/>
                  <a:pt x="3981450" y="304800"/>
                </a:cubicBezTo>
                <a:lnTo>
                  <a:pt x="3952875" y="295275"/>
                </a:lnTo>
                <a:cubicBezTo>
                  <a:pt x="3876497" y="237991"/>
                  <a:pt x="3953105" y="287747"/>
                  <a:pt x="3876675" y="257175"/>
                </a:cubicBezTo>
                <a:cubicBezTo>
                  <a:pt x="3825192" y="236582"/>
                  <a:pt x="3773870" y="215298"/>
                  <a:pt x="3724275" y="190500"/>
                </a:cubicBezTo>
                <a:cubicBezTo>
                  <a:pt x="3705225" y="180975"/>
                  <a:pt x="3686588" y="170575"/>
                  <a:pt x="3667125" y="161925"/>
                </a:cubicBezTo>
                <a:cubicBezTo>
                  <a:pt x="3657950" y="157847"/>
                  <a:pt x="3648290" y="154835"/>
                  <a:pt x="3638550" y="152400"/>
                </a:cubicBezTo>
                <a:cubicBezTo>
                  <a:pt x="3572058" y="135777"/>
                  <a:pt x="3505171" y="120770"/>
                  <a:pt x="3438525" y="104775"/>
                </a:cubicBezTo>
                <a:lnTo>
                  <a:pt x="3400425" y="95250"/>
                </a:lnTo>
                <a:cubicBezTo>
                  <a:pt x="3387725" y="92075"/>
                  <a:pt x="3375238" y="87877"/>
                  <a:pt x="3362325" y="85725"/>
                </a:cubicBezTo>
                <a:cubicBezTo>
                  <a:pt x="3324225" y="79375"/>
                  <a:pt x="3286414" y="70940"/>
                  <a:pt x="3248025" y="66675"/>
                </a:cubicBezTo>
                <a:cubicBezTo>
                  <a:pt x="3111712" y="51529"/>
                  <a:pt x="3190995" y="58943"/>
                  <a:pt x="3009900" y="47625"/>
                </a:cubicBezTo>
                <a:cubicBezTo>
                  <a:pt x="2990850" y="44450"/>
                  <a:pt x="2971914" y="40495"/>
                  <a:pt x="2952750" y="38100"/>
                </a:cubicBezTo>
                <a:cubicBezTo>
                  <a:pt x="2894279" y="30791"/>
                  <a:pt x="2776033" y="21560"/>
                  <a:pt x="2724150" y="19050"/>
                </a:cubicBezTo>
                <a:lnTo>
                  <a:pt x="2266950" y="0"/>
                </a:lnTo>
                <a:lnTo>
                  <a:pt x="1276350" y="9525"/>
                </a:lnTo>
                <a:cubicBezTo>
                  <a:pt x="1266312" y="9713"/>
                  <a:pt x="1257576" y="16872"/>
                  <a:pt x="1247775" y="19050"/>
                </a:cubicBezTo>
                <a:cubicBezTo>
                  <a:pt x="1221046" y="24990"/>
                  <a:pt x="1148637" y="34302"/>
                  <a:pt x="1123950" y="38100"/>
                </a:cubicBezTo>
                <a:cubicBezTo>
                  <a:pt x="1104862" y="41037"/>
                  <a:pt x="1085888" y="44688"/>
                  <a:pt x="1066800" y="47625"/>
                </a:cubicBezTo>
                <a:cubicBezTo>
                  <a:pt x="1013047" y="55895"/>
                  <a:pt x="984849" y="55640"/>
                  <a:pt x="933450" y="76200"/>
                </a:cubicBezTo>
                <a:cubicBezTo>
                  <a:pt x="907083" y="86747"/>
                  <a:pt x="882181" y="100702"/>
                  <a:pt x="857250" y="114300"/>
                </a:cubicBezTo>
                <a:cubicBezTo>
                  <a:pt x="847200" y="119782"/>
                  <a:pt x="839394" y="129330"/>
                  <a:pt x="828675" y="133350"/>
                </a:cubicBezTo>
                <a:cubicBezTo>
                  <a:pt x="813516" y="139034"/>
                  <a:pt x="796669" y="138615"/>
                  <a:pt x="781050" y="142875"/>
                </a:cubicBezTo>
                <a:cubicBezTo>
                  <a:pt x="714314" y="161076"/>
                  <a:pt x="726773" y="160010"/>
                  <a:pt x="666750" y="200025"/>
                </a:cubicBezTo>
                <a:lnTo>
                  <a:pt x="638175" y="219075"/>
                </a:lnTo>
                <a:cubicBezTo>
                  <a:pt x="631825" y="228600"/>
                  <a:pt x="626454" y="238856"/>
                  <a:pt x="619125" y="247650"/>
                </a:cubicBezTo>
                <a:cubicBezTo>
                  <a:pt x="610501" y="257998"/>
                  <a:pt x="598632" y="265449"/>
                  <a:pt x="590550" y="276225"/>
                </a:cubicBezTo>
                <a:cubicBezTo>
                  <a:pt x="576609" y="294814"/>
                  <a:pt x="559554" y="332470"/>
                  <a:pt x="542925" y="352425"/>
                </a:cubicBezTo>
                <a:cubicBezTo>
                  <a:pt x="534301" y="362773"/>
                  <a:pt x="523116" y="370773"/>
                  <a:pt x="514350" y="381000"/>
                </a:cubicBezTo>
                <a:cubicBezTo>
                  <a:pt x="504019" y="393053"/>
                  <a:pt x="494189" y="405638"/>
                  <a:pt x="485775" y="419100"/>
                </a:cubicBezTo>
                <a:cubicBezTo>
                  <a:pt x="478250" y="431141"/>
                  <a:pt x="475815" y="446292"/>
                  <a:pt x="466725" y="457200"/>
                </a:cubicBezTo>
                <a:cubicBezTo>
                  <a:pt x="459396" y="465994"/>
                  <a:pt x="447675" y="469900"/>
                  <a:pt x="438150" y="476250"/>
                </a:cubicBezTo>
                <a:cubicBezTo>
                  <a:pt x="425450" y="501650"/>
                  <a:pt x="417089" y="529732"/>
                  <a:pt x="400050" y="552450"/>
                </a:cubicBezTo>
                <a:cubicBezTo>
                  <a:pt x="393578" y="561079"/>
                  <a:pt x="359389" y="605197"/>
                  <a:pt x="352425" y="619125"/>
                </a:cubicBezTo>
                <a:cubicBezTo>
                  <a:pt x="347935" y="628105"/>
                  <a:pt x="345658" y="638046"/>
                  <a:pt x="342900" y="647700"/>
                </a:cubicBezTo>
                <a:cubicBezTo>
                  <a:pt x="339304" y="660287"/>
                  <a:pt x="339229" y="674091"/>
                  <a:pt x="333375" y="685800"/>
                </a:cubicBezTo>
                <a:cubicBezTo>
                  <a:pt x="305594" y="741363"/>
                  <a:pt x="305991" y="735806"/>
                  <a:pt x="266700" y="762000"/>
                </a:cubicBezTo>
                <a:cubicBezTo>
                  <a:pt x="260350" y="771525"/>
                  <a:pt x="252299" y="780114"/>
                  <a:pt x="247650" y="790575"/>
                </a:cubicBezTo>
                <a:cubicBezTo>
                  <a:pt x="239495" y="808925"/>
                  <a:pt x="239739" y="831017"/>
                  <a:pt x="228600" y="847725"/>
                </a:cubicBezTo>
                <a:cubicBezTo>
                  <a:pt x="174005" y="929617"/>
                  <a:pt x="239460" y="826005"/>
                  <a:pt x="200025" y="904875"/>
                </a:cubicBezTo>
                <a:cubicBezTo>
                  <a:pt x="194905" y="915114"/>
                  <a:pt x="185624" y="922989"/>
                  <a:pt x="180975" y="933450"/>
                </a:cubicBezTo>
                <a:cubicBezTo>
                  <a:pt x="172820" y="951800"/>
                  <a:pt x="173064" y="973892"/>
                  <a:pt x="161925" y="990600"/>
                </a:cubicBezTo>
                <a:cubicBezTo>
                  <a:pt x="155575" y="1000125"/>
                  <a:pt x="148357" y="1009125"/>
                  <a:pt x="142875" y="1019175"/>
                </a:cubicBezTo>
                <a:cubicBezTo>
                  <a:pt x="129277" y="1044106"/>
                  <a:pt x="120527" y="1071746"/>
                  <a:pt x="104775" y="1095375"/>
                </a:cubicBezTo>
                <a:cubicBezTo>
                  <a:pt x="56406" y="1167929"/>
                  <a:pt x="78455" y="1132892"/>
                  <a:pt x="38100" y="1200150"/>
                </a:cubicBezTo>
                <a:cubicBezTo>
                  <a:pt x="33538" y="1218400"/>
                  <a:pt x="20149" y="1269385"/>
                  <a:pt x="19050" y="1285875"/>
                </a:cubicBezTo>
                <a:cubicBezTo>
                  <a:pt x="-1294" y="1591037"/>
                  <a:pt x="27177" y="1435739"/>
                  <a:pt x="0" y="1571625"/>
                </a:cubicBezTo>
                <a:cubicBezTo>
                  <a:pt x="3175" y="1806575"/>
                  <a:pt x="3502" y="2041581"/>
                  <a:pt x="9525" y="2276475"/>
                </a:cubicBezTo>
                <a:cubicBezTo>
                  <a:pt x="9861" y="2289562"/>
                  <a:pt x="15288" y="2302036"/>
                  <a:pt x="19050" y="2314575"/>
                </a:cubicBezTo>
                <a:cubicBezTo>
                  <a:pt x="31375" y="2355659"/>
                  <a:pt x="37050" y="2374650"/>
                  <a:pt x="57150" y="2409825"/>
                </a:cubicBezTo>
                <a:cubicBezTo>
                  <a:pt x="62830" y="2419764"/>
                  <a:pt x="69850" y="2428875"/>
                  <a:pt x="76200" y="2438400"/>
                </a:cubicBezTo>
                <a:cubicBezTo>
                  <a:pt x="79375" y="2454275"/>
                  <a:pt x="82085" y="2470250"/>
                  <a:pt x="85725" y="2486025"/>
                </a:cubicBezTo>
                <a:cubicBezTo>
                  <a:pt x="91612" y="2511536"/>
                  <a:pt x="101528" y="2536245"/>
                  <a:pt x="104775" y="2562225"/>
                </a:cubicBezTo>
                <a:cubicBezTo>
                  <a:pt x="107950" y="2587625"/>
                  <a:pt x="109280" y="2613324"/>
                  <a:pt x="114300" y="2638425"/>
                </a:cubicBezTo>
                <a:cubicBezTo>
                  <a:pt x="124457" y="2689211"/>
                  <a:pt x="151647" y="2761245"/>
                  <a:pt x="180975" y="2800350"/>
                </a:cubicBezTo>
                <a:cubicBezTo>
                  <a:pt x="257175" y="2901950"/>
                  <a:pt x="158750" y="2778125"/>
                  <a:pt x="247650" y="2867025"/>
                </a:cubicBezTo>
                <a:cubicBezTo>
                  <a:pt x="299549" y="2918924"/>
                  <a:pt x="250223" y="2896458"/>
                  <a:pt x="304800" y="2914650"/>
                </a:cubicBezTo>
                <a:cubicBezTo>
                  <a:pt x="311150" y="2924175"/>
                  <a:pt x="315235" y="2935687"/>
                  <a:pt x="323850" y="2943225"/>
                </a:cubicBezTo>
                <a:cubicBezTo>
                  <a:pt x="367710" y="2981603"/>
                  <a:pt x="376091" y="2975798"/>
                  <a:pt x="419100" y="3000375"/>
                </a:cubicBezTo>
                <a:cubicBezTo>
                  <a:pt x="429039" y="3006055"/>
                  <a:pt x="437436" y="3014305"/>
                  <a:pt x="447675" y="3019425"/>
                </a:cubicBezTo>
                <a:cubicBezTo>
                  <a:pt x="456655" y="3023915"/>
                  <a:pt x="467473" y="3024074"/>
                  <a:pt x="476250" y="3028950"/>
                </a:cubicBezTo>
                <a:cubicBezTo>
                  <a:pt x="496264" y="3040069"/>
                  <a:pt x="514350" y="3054350"/>
                  <a:pt x="533400" y="3067050"/>
                </a:cubicBezTo>
                <a:cubicBezTo>
                  <a:pt x="542925" y="3073400"/>
                  <a:pt x="551115" y="3082480"/>
                  <a:pt x="561975" y="3086100"/>
                </a:cubicBezTo>
                <a:cubicBezTo>
                  <a:pt x="633799" y="3110041"/>
                  <a:pt x="545267" y="3077746"/>
                  <a:pt x="619125" y="3114675"/>
                </a:cubicBezTo>
                <a:cubicBezTo>
                  <a:pt x="628105" y="3119165"/>
                  <a:pt x="638923" y="3119324"/>
                  <a:pt x="647700" y="3124200"/>
                </a:cubicBezTo>
                <a:cubicBezTo>
                  <a:pt x="656719" y="3129210"/>
                  <a:pt x="736593" y="3185581"/>
                  <a:pt x="752475" y="3190875"/>
                </a:cubicBezTo>
                <a:cubicBezTo>
                  <a:pt x="784533" y="3201561"/>
                  <a:pt x="786194" y="3200618"/>
                  <a:pt x="819150" y="3219450"/>
                </a:cubicBezTo>
                <a:cubicBezTo>
                  <a:pt x="829089" y="3225130"/>
                  <a:pt x="837486" y="3233380"/>
                  <a:pt x="847725" y="3238500"/>
                </a:cubicBezTo>
                <a:cubicBezTo>
                  <a:pt x="861390" y="3245332"/>
                  <a:pt x="902193" y="3254498"/>
                  <a:pt x="914400" y="3257550"/>
                </a:cubicBezTo>
                <a:cubicBezTo>
                  <a:pt x="940470" y="3277103"/>
                  <a:pt x="959221" y="3294715"/>
                  <a:pt x="990600" y="3305175"/>
                </a:cubicBezTo>
                <a:cubicBezTo>
                  <a:pt x="1012454" y="3312460"/>
                  <a:pt x="1066538" y="3321391"/>
                  <a:pt x="1095375" y="3333750"/>
                </a:cubicBezTo>
                <a:cubicBezTo>
                  <a:pt x="1108426" y="3339343"/>
                  <a:pt x="1120180" y="3347814"/>
                  <a:pt x="1133475" y="3352800"/>
                </a:cubicBezTo>
                <a:cubicBezTo>
                  <a:pt x="1145732" y="3357397"/>
                  <a:pt x="1159318" y="3357728"/>
                  <a:pt x="1171575" y="3362325"/>
                </a:cubicBezTo>
                <a:cubicBezTo>
                  <a:pt x="1184870" y="3367311"/>
                  <a:pt x="1196075" y="3377295"/>
                  <a:pt x="1209675" y="3381375"/>
                </a:cubicBezTo>
                <a:cubicBezTo>
                  <a:pt x="1228173" y="3386924"/>
                  <a:pt x="1247972" y="3386710"/>
                  <a:pt x="1266825" y="3390900"/>
                </a:cubicBezTo>
                <a:cubicBezTo>
                  <a:pt x="1276626" y="3393078"/>
                  <a:pt x="1285555" y="3398456"/>
                  <a:pt x="1295400" y="3400425"/>
                </a:cubicBezTo>
                <a:cubicBezTo>
                  <a:pt x="1322391" y="3405823"/>
                  <a:pt x="1413937" y="3415998"/>
                  <a:pt x="1438275" y="3419475"/>
                </a:cubicBezTo>
                <a:cubicBezTo>
                  <a:pt x="1457394" y="3422206"/>
                  <a:pt x="1476375" y="3425825"/>
                  <a:pt x="1495425" y="3429000"/>
                </a:cubicBezTo>
                <a:cubicBezTo>
                  <a:pt x="1711325" y="3425825"/>
                  <a:pt x="1927339" y="3427182"/>
                  <a:pt x="2143125" y="3419475"/>
                </a:cubicBezTo>
                <a:cubicBezTo>
                  <a:pt x="2194288" y="3417648"/>
                  <a:pt x="2245858" y="3412842"/>
                  <a:pt x="2295525" y="3400425"/>
                </a:cubicBezTo>
                <a:cubicBezTo>
                  <a:pt x="2308225" y="3397250"/>
                  <a:pt x="2321407" y="3395599"/>
                  <a:pt x="2333625" y="3390900"/>
                </a:cubicBezTo>
                <a:cubicBezTo>
                  <a:pt x="2362811" y="3379675"/>
                  <a:pt x="2389685" y="3362688"/>
                  <a:pt x="2419350" y="3352800"/>
                </a:cubicBezTo>
                <a:cubicBezTo>
                  <a:pt x="2437672" y="3346693"/>
                  <a:pt x="2457499" y="3346730"/>
                  <a:pt x="2476500" y="3343275"/>
                </a:cubicBezTo>
                <a:cubicBezTo>
                  <a:pt x="2492428" y="3340379"/>
                  <a:pt x="2508250" y="3336925"/>
                  <a:pt x="2524125" y="3333750"/>
                </a:cubicBezTo>
                <a:cubicBezTo>
                  <a:pt x="2616267" y="3341429"/>
                  <a:pt x="2709030" y="3347105"/>
                  <a:pt x="2800350" y="3362325"/>
                </a:cubicBezTo>
                <a:cubicBezTo>
                  <a:pt x="2816319" y="3364987"/>
                  <a:pt x="2832006" y="3369188"/>
                  <a:pt x="2847975" y="3371850"/>
                </a:cubicBezTo>
                <a:cubicBezTo>
                  <a:pt x="2870120" y="3375541"/>
                  <a:pt x="2892541" y="3377473"/>
                  <a:pt x="2914650" y="3381375"/>
                </a:cubicBezTo>
                <a:cubicBezTo>
                  <a:pt x="2946536" y="3387002"/>
                  <a:pt x="2977526" y="3399876"/>
                  <a:pt x="3009900" y="3400425"/>
                </a:cubicBezTo>
                <a:lnTo>
                  <a:pt x="3571875" y="3409950"/>
                </a:lnTo>
                <a:cubicBezTo>
                  <a:pt x="3793349" y="3430084"/>
                  <a:pt x="3553000" y="3409959"/>
                  <a:pt x="3905250" y="3429000"/>
                </a:cubicBezTo>
                <a:cubicBezTo>
                  <a:pt x="3946587" y="3431234"/>
                  <a:pt x="3987690" y="3437528"/>
                  <a:pt x="4029075" y="3438525"/>
                </a:cubicBezTo>
                <a:cubicBezTo>
                  <a:pt x="4254457" y="3443956"/>
                  <a:pt x="4616450" y="3425825"/>
                  <a:pt x="4743450" y="3429000"/>
                </a:cubicBezTo>
                <a:close/>
              </a:path>
            </a:pathLst>
          </a:custGeom>
          <a:solidFill>
            <a:srgbClr val="FFF2CC">
              <a:alpha val="2509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266" name="Google Shape;266;g3dfe123197c_0_6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g3dfe123197c_0_6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g3dfe123197c_0_6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9" name="Google Shape;269;g3dfe123197c_0_64"/>
          <p:cNvSpPr txBox="1"/>
          <p:nvPr/>
        </p:nvSpPr>
        <p:spPr>
          <a:xfrm>
            <a:off x="1144588" y="185738"/>
            <a:ext cx="534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Arquitectura de la Aplicación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ntana del explorador" id="270" name="Google Shape;270;g3dfe123197c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14" y="247194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ntana del explorador" id="271" name="Google Shape;271;g3dfe123197c_0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7916" y="256848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e de datos" id="272" name="Google Shape;272;g3dfe123197c_0_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0898" y="5076291"/>
            <a:ext cx="914400" cy="7758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273" name="Google Shape;273;g3dfe123197c_0_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0983" y="3199468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74" name="Google Shape;274;g3dfe123197c_0_6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1459443" y="2823968"/>
            <a:ext cx="364024" cy="37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dfe123197c_0_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4847" y="2885644"/>
            <a:ext cx="360538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dfe123197c_0_64"/>
          <p:cNvSpPr/>
          <p:nvPr/>
        </p:nvSpPr>
        <p:spPr>
          <a:xfrm>
            <a:off x="1083657" y="2311770"/>
            <a:ext cx="137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 cliente</a:t>
            </a:r>
            <a:endParaRPr/>
          </a:p>
        </p:txBody>
      </p:sp>
      <p:sp>
        <p:nvSpPr>
          <p:cNvPr id="277" name="Google Shape;277;g3dfe123197c_0_64"/>
          <p:cNvSpPr/>
          <p:nvPr/>
        </p:nvSpPr>
        <p:spPr>
          <a:xfrm>
            <a:off x="6653468" y="2381248"/>
            <a:ext cx="137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 servidor</a:t>
            </a:r>
            <a:endParaRPr/>
          </a:p>
        </p:txBody>
      </p:sp>
      <p:sp>
        <p:nvSpPr>
          <p:cNvPr id="278" name="Google Shape;278;g3dfe123197c_0_64"/>
          <p:cNvSpPr/>
          <p:nvPr/>
        </p:nvSpPr>
        <p:spPr>
          <a:xfrm>
            <a:off x="8002729" y="3664747"/>
            <a:ext cx="73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/>
          </a:p>
        </p:txBody>
      </p:sp>
      <p:pic>
        <p:nvPicPr>
          <p:cNvPr descr="mysql-logo - Red Code'" id="279" name="Google Shape;279;g3dfe123197c_0_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43970" y="4624490"/>
            <a:ext cx="515804" cy="51580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dfe123197c_0_64"/>
          <p:cNvSpPr/>
          <p:nvPr/>
        </p:nvSpPr>
        <p:spPr>
          <a:xfrm>
            <a:off x="2605325" y="2934745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login</a:t>
            </a: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Documento" id="281" name="Google Shape;281;g3dfe123197c_0_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5296" y="3906970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282" name="Google Shape;282;g3dfe123197c_0_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8457" y="3723240"/>
            <a:ext cx="678236" cy="6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dfe123197c_0_64"/>
          <p:cNvSpPr/>
          <p:nvPr/>
        </p:nvSpPr>
        <p:spPr>
          <a:xfrm>
            <a:off x="222125" y="3416345"/>
            <a:ext cx="105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login</a:t>
            </a: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.html</a:t>
            </a:r>
            <a:endParaRPr/>
          </a:p>
        </p:txBody>
      </p:sp>
      <p:sp>
        <p:nvSpPr>
          <p:cNvPr id="284" name="Google Shape;284;g3dfe123197c_0_64"/>
          <p:cNvSpPr/>
          <p:nvPr/>
        </p:nvSpPr>
        <p:spPr>
          <a:xfrm>
            <a:off x="2670051" y="3808583"/>
            <a:ext cx="80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login</a:t>
            </a: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</p:txBody>
      </p:sp>
      <p:cxnSp>
        <p:nvCxnSpPr>
          <p:cNvPr id="285" name="Google Shape;285;g3dfe123197c_0_64"/>
          <p:cNvCxnSpPr>
            <a:stCxn id="286" idx="3"/>
            <a:endCxn id="284" idx="1"/>
          </p:cNvCxnSpPr>
          <p:nvPr/>
        </p:nvCxnSpPr>
        <p:spPr>
          <a:xfrm>
            <a:off x="2166913" y="3939383"/>
            <a:ext cx="503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87" name="Google Shape;287;g3dfe123197c_0_64"/>
          <p:cNvSpPr/>
          <p:nvPr/>
        </p:nvSpPr>
        <p:spPr>
          <a:xfrm>
            <a:off x="5953854" y="3809798"/>
            <a:ext cx="180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'/login'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288" name="Google Shape;288;g3dfe123197c_0_64"/>
          <p:cNvSpPr/>
          <p:nvPr/>
        </p:nvSpPr>
        <p:spPr>
          <a:xfrm>
            <a:off x="825499" y="449241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88610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Vista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g3dfe123197c_0_64"/>
          <p:cNvSpPr/>
          <p:nvPr/>
        </p:nvSpPr>
        <p:spPr>
          <a:xfrm>
            <a:off x="2228579" y="449241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60759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Lógica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0" name="Google Shape;290;g3dfe123197c_0_64"/>
          <p:cNvGrpSpPr/>
          <p:nvPr/>
        </p:nvGrpSpPr>
        <p:grpSpPr>
          <a:xfrm>
            <a:off x="3470151" y="2931863"/>
            <a:ext cx="2483703" cy="2083751"/>
            <a:chOff x="3470151" y="2931863"/>
            <a:chExt cx="2483703" cy="2083751"/>
          </a:xfrm>
        </p:grpSpPr>
        <p:sp>
          <p:nvSpPr>
            <p:cNvPr id="291" name="Google Shape;291;g3dfe123197c_0_64"/>
            <p:cNvSpPr/>
            <p:nvPr/>
          </p:nvSpPr>
          <p:spPr>
            <a:xfrm>
              <a:off x="4388124" y="2931863"/>
              <a:ext cx="877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auth</a:t>
              </a:r>
              <a:r>
                <a:rPr lang="es-CL" sz="12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.ts</a:t>
              </a:r>
              <a:endParaRPr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descr="Documento" id="292" name="Google Shape;292;g3dfe123197c_0_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10801" y="3216362"/>
              <a:ext cx="678236" cy="678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g3dfe123197c_0_64"/>
            <p:cNvSpPr/>
            <p:nvPr/>
          </p:nvSpPr>
          <p:spPr>
            <a:xfrm>
              <a:off x="4446772" y="3808583"/>
              <a:ext cx="760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33CC"/>
                  </a:solidFill>
                  <a:latin typeface="Consolas"/>
                  <a:ea typeface="Consolas"/>
                  <a:cs typeface="Consolas"/>
                  <a:sym typeface="Consolas"/>
                </a:rPr>
                <a:t>login</a:t>
              </a:r>
              <a:r>
                <a:rPr lang="es-CL" sz="1100">
                  <a:solidFill>
                    <a:srgbClr val="0033CC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/>
            </a:p>
          </p:txBody>
        </p:sp>
        <p:cxnSp>
          <p:nvCxnSpPr>
            <p:cNvPr id="294" name="Google Shape;294;g3dfe123197c_0_64"/>
            <p:cNvCxnSpPr>
              <a:stCxn id="284" idx="3"/>
              <a:endCxn id="293" idx="1"/>
            </p:cNvCxnSpPr>
            <p:nvPr/>
          </p:nvCxnSpPr>
          <p:spPr>
            <a:xfrm>
              <a:off x="3470151" y="3939383"/>
              <a:ext cx="976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95" name="Google Shape;295;g3dfe123197c_0_64"/>
            <p:cNvCxnSpPr>
              <a:stCxn id="287" idx="1"/>
              <a:endCxn id="293" idx="3"/>
            </p:cNvCxnSpPr>
            <p:nvPr/>
          </p:nvCxnSpPr>
          <p:spPr>
            <a:xfrm rot="10800000">
              <a:off x="5207154" y="3939398"/>
              <a:ext cx="746700" cy="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296" name="Google Shape;296;g3dfe123197c_0_64"/>
            <p:cNvSpPr/>
            <p:nvPr/>
          </p:nvSpPr>
          <p:spPr>
            <a:xfrm>
              <a:off x="3631805" y="4492413"/>
              <a:ext cx="1697100" cy="523200"/>
            </a:xfrm>
            <a:prstGeom prst="chevron">
              <a:avLst>
                <a:gd fmla="val 50000" name="adj"/>
              </a:avLst>
            </a:prstGeom>
            <a:solidFill>
              <a:srgbClr val="F4CCCC"/>
            </a:solidFill>
            <a:ln cap="flat" cmpd="sng" w="9525">
              <a:solidFill>
                <a:srgbClr val="D2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500" lIns="71500" spcFirstLastPara="1" rIns="71500" wrap="square" tIns="71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095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Servicio</a:t>
              </a:r>
              <a:endParaRPr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7" name="Google Shape;297;g3dfe123197c_0_64"/>
          <p:cNvSpPr/>
          <p:nvPr/>
        </p:nvSpPr>
        <p:spPr>
          <a:xfrm>
            <a:off x="6305630" y="449241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C5E0B4">
              <a:alpha val="25099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3dfe123197c_0_64"/>
          <p:cNvSpPr/>
          <p:nvPr/>
        </p:nvSpPr>
        <p:spPr>
          <a:xfrm>
            <a:off x="627050" y="1164615"/>
            <a:ext cx="8105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Revisando nuestra arquitectura.. Falta una capa que maneje la autenticación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6" name="Google Shape;286;g3dfe123197c_0_64" title="Captura de pantalla 2026-05-09 a la(s) 12.18.37.png"/>
          <p:cNvPicPr preferRelativeResize="0"/>
          <p:nvPr/>
        </p:nvPicPr>
        <p:blipFill rotWithShape="1">
          <a:blip r:embed="rId10">
            <a:alphaModFix/>
          </a:blip>
          <a:srcRect b="10" l="22099" r="23871" t="0"/>
          <a:stretch/>
        </p:blipFill>
        <p:spPr>
          <a:xfrm>
            <a:off x="1116013" y="3783095"/>
            <a:ext cx="1050900" cy="3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9" title="Captura de pantalla 2026-05-11 a la(s) 01.49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50" y="2526638"/>
            <a:ext cx="6849041" cy="320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04" name="Google Shape;304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627050" y="1164625"/>
            <a:ext cx="61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un servicio para administrar </a:t>
            </a:r>
            <a:r>
              <a:rPr lang="es-CL" sz="1800">
                <a:solidFill>
                  <a:schemeClr val="dk1"/>
                </a:solidFill>
              </a:rPr>
              <a:t>la autenticación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144603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Servicio Para Administrar </a:t>
            </a:r>
            <a:r>
              <a:rPr b="1" lang="es-CL" sz="2800">
                <a:solidFill>
                  <a:srgbClr val="0070C0"/>
                </a:solidFill>
              </a:rPr>
              <a:t>la Autenticación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206500" y="1691737"/>
            <a:ext cx="51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g s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features/auth/services/auth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816153" y="2218850"/>
            <a:ext cx="16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</a:rPr>
              <a:t>auth</a:t>
            </a: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(servicio)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16150" y="2767425"/>
            <a:ext cx="4907400" cy="255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027125" y="4198125"/>
            <a:ext cx="5345100" cy="255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027125" y="4697925"/>
            <a:ext cx="6423300" cy="9534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288838" y="3150802"/>
            <a:ext cx="2782200" cy="6759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¿Qué significaba que el provider de entrada sea “</a:t>
            </a:r>
            <a:r>
              <a:rPr b="1" lang="es-CL">
                <a:solidFill>
                  <a:schemeClr val="dk1"/>
                </a:solidFill>
              </a:rPr>
              <a:t>root</a:t>
            </a:r>
            <a:r>
              <a:rPr lang="es-CL">
                <a:solidFill>
                  <a:schemeClr val="dk1"/>
                </a:solidFill>
              </a:rPr>
              <a:t>”?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5" name="Google Shape;315;p9" title="Captura de pantalla 2026-05-11 a la(s) 01.50.03.png"/>
          <p:cNvPicPr preferRelativeResize="0"/>
          <p:nvPr/>
        </p:nvPicPr>
        <p:blipFill rotWithShape="1">
          <a:blip r:embed="rId5">
            <a:alphaModFix/>
          </a:blip>
          <a:srcRect b="0" l="0" r="15768" t="0"/>
          <a:stretch/>
        </p:blipFill>
        <p:spPr>
          <a:xfrm>
            <a:off x="6825775" y="1246850"/>
            <a:ext cx="1991650" cy="291317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 title="Captura de pantalla 2026-05-11 a la(s) 01.52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025" y="2624950"/>
            <a:ext cx="5240875" cy="3659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21" name="Google Shape;321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" name="Google Shape;323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627062" y="1164637"/>
            <a:ext cx="84124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Invocar la función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login()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servicio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Auth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pasando las credenciales de acceso desde el componente login.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1144588" y="185738"/>
            <a:ext cx="7572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Conectar el Botón con el Servicio de Login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924015" y="2237973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864130" y="1837825"/>
            <a:ext cx="21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componente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1096850" y="4326650"/>
            <a:ext cx="4586400" cy="19260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10"/>
          <p:cNvPicPr preferRelativeResize="0"/>
          <p:nvPr/>
        </p:nvPicPr>
        <p:blipFill rotWithShape="1">
          <a:blip r:embed="rId5">
            <a:alphaModFix/>
          </a:blip>
          <a:srcRect b="17766" l="0" r="3426" t="38459"/>
          <a:stretch/>
        </p:blipFill>
        <p:spPr>
          <a:xfrm>
            <a:off x="5322400" y="5280050"/>
            <a:ext cx="3279475" cy="1114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0" name="Google Shape;330;p10" title="Captura de pantalla 2026-05-11 a la(s) 01.53.29.png"/>
          <p:cNvPicPr preferRelativeResize="0"/>
          <p:nvPr/>
        </p:nvPicPr>
        <p:blipFill rotWithShape="1">
          <a:blip r:embed="rId6">
            <a:alphaModFix/>
          </a:blip>
          <a:srcRect b="16219" l="0" r="0" t="19344"/>
          <a:stretch/>
        </p:blipFill>
        <p:spPr>
          <a:xfrm>
            <a:off x="924025" y="2116750"/>
            <a:ext cx="4586400" cy="26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" name="Google Shape;336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27062" y="1164637"/>
            <a:ext cx="82900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el acceso es válido (email y password válidos), el servidor retorna los datos del usuario y un token (Animación).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1144588" y="185738"/>
            <a:ext cx="54019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el Login desde Angular</a:t>
            </a:r>
            <a:endParaRPr/>
          </a:p>
        </p:txBody>
      </p:sp>
      <p:pic>
        <p:nvPicPr>
          <p:cNvPr id="340" name="Google Shape;340;p11" title="Captura de pantalla 2026-05-10 a la(s) 21.51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1925" y="1963368"/>
            <a:ext cx="6560146" cy="442155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5" name="Google Shape;345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27062" y="1164637"/>
            <a:ext cx="841246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siguiente paso consiste en guardar el token para posteriormente enviarlo adjunto con cada </a:t>
            </a:r>
            <a:r>
              <a:rPr lang="es-CL" sz="1800">
                <a:solidFill>
                  <a:schemeClr val="dk1"/>
                </a:solidFill>
              </a:rPr>
              <a:t>request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realice nuestra aplicación Angular.</a:t>
            </a:r>
            <a:endParaRPr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3 métodos de almacenamiento de información en cualquier navegador. </a:t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1144588" y="185738"/>
            <a:ext cx="71769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LocalStorage, SessionStorage y Cookies</a:t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627062" y="2610965"/>
            <a:ext cx="8290067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LocalStorage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opción de almacenamiento persistente cuando no se desea que el usuario cierre la sesión al actualizar o cerrar una pestaña del navegador. </a:t>
            </a:r>
            <a:endParaRPr sz="1800">
              <a:solidFill>
                <a:schemeClr val="dk1"/>
              </a:solidFill>
            </a:endParaRPr>
          </a:p>
          <a:p>
            <a:pPr indent="0" lvl="1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SessionStorage</a:t>
            </a:r>
            <a:r>
              <a:rPr b="1"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Almacena datos solo para una sesión en particular. Es menos persistente, y los datos del usuario se pierden al cerrar la pestaña del navegador o al actualizarla.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Cookies</a:t>
            </a:r>
            <a:r>
              <a:rPr b="1"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almacenamiento permanente, con fecha de vencimiento y puede ser configurado para que sea accesible mediante Javascript.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4" title="Captura de pantalla 2026-05-11 a la(s) 00.36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425" y="2179742"/>
            <a:ext cx="6831149" cy="288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56" name="Google Shape;356;p1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627062" y="1164637"/>
            <a:ext cx="82900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Por simplicidad, utilizaremos el LocalStorage del navegador para almacenar el token.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1144603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Almacenar </a:t>
            </a:r>
            <a:r>
              <a:rPr b="1" lang="es-CL" sz="2800">
                <a:solidFill>
                  <a:srgbClr val="0070C0"/>
                </a:solidFill>
              </a:rPr>
              <a:t>T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oken </a:t>
            </a:r>
            <a:r>
              <a:rPr b="1" lang="es-CL" sz="2800">
                <a:solidFill>
                  <a:srgbClr val="0070C0"/>
                </a:solidFill>
              </a:rPr>
              <a:t>y Actualizar Estado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1117386" y="1871950"/>
            <a:ext cx="20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</a:rPr>
              <a:t>auth</a:t>
            </a: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(servicio)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730825" y="3723027"/>
            <a:ext cx="5466000" cy="3978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376350" y="3005464"/>
            <a:ext cx="6052200" cy="3078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7559303" y="2790064"/>
            <a:ext cx="1431900" cy="5232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Ejecuta login con el backend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463625" y="3582777"/>
            <a:ext cx="1369200" cy="523200"/>
          </a:xfrm>
          <a:prstGeom prst="wedgeRoundRectCallout">
            <a:avLst>
              <a:gd fmla="val -72369" name="adj1"/>
              <a:gd fmla="val 10768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Persiste en localStorage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286725" y="4554513"/>
            <a:ext cx="1929300" cy="523200"/>
          </a:xfrm>
          <a:prstGeom prst="wedgeRoundRectCallout">
            <a:avLst>
              <a:gd fmla="val -50801" name="adj1"/>
              <a:gd fmla="val -93048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Actualiza el estado de autenticación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730825" y="4138964"/>
            <a:ext cx="6116100" cy="2265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26987" y="5266744"/>
            <a:ext cx="8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producción existen mejores alternativas: </a:t>
            </a:r>
            <a:r>
              <a:rPr b="1" lang="es-CL" sz="1800">
                <a:solidFill>
                  <a:schemeClr val="dk1"/>
                </a:solidFill>
              </a:rPr>
              <a:t>Cookies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346200" y="1900425"/>
            <a:ext cx="3449100" cy="5232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Este estado lo manejamos con signals, como ya vimos en clases anteriores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15" title="Captura de pantalla 2026-05-11 a la(s) 00.46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200" y="2194296"/>
            <a:ext cx="4918106" cy="208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5"/>
          <p:cNvSpPr/>
          <p:nvPr/>
        </p:nvSpPr>
        <p:spPr>
          <a:xfrm>
            <a:off x="6032450" y="3020197"/>
            <a:ext cx="2460900" cy="690300"/>
          </a:xfrm>
          <a:prstGeom prst="wedgeRoundRectCallout">
            <a:avLst>
              <a:gd fmla="val -61793" name="adj1"/>
              <a:gd fmla="val -917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Envía el </a:t>
            </a:r>
            <a:r>
              <a:rPr b="1" lang="es-CL">
                <a:solidFill>
                  <a:schemeClr val="dk1"/>
                </a:solidFill>
              </a:rPr>
              <a:t>token</a:t>
            </a:r>
            <a:r>
              <a:rPr lang="es-CL">
                <a:solidFill>
                  <a:schemeClr val="dk1"/>
                </a:solidFill>
              </a:rPr>
              <a:t> en los </a:t>
            </a:r>
            <a:r>
              <a:rPr b="1" lang="es-CL">
                <a:solidFill>
                  <a:schemeClr val="dk1"/>
                </a:solidFill>
              </a:rPr>
              <a:t>headers</a:t>
            </a:r>
            <a:r>
              <a:rPr lang="es-CL">
                <a:solidFill>
                  <a:schemeClr val="dk1"/>
                </a:solidFill>
              </a:rPr>
              <a:t> del request al </a:t>
            </a:r>
            <a:r>
              <a:rPr b="1" lang="es-CL">
                <a:solidFill>
                  <a:schemeClr val="dk1"/>
                </a:solidFill>
              </a:rPr>
              <a:t>backend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376" name="Google Shape;376;p1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627062" y="1164637"/>
            <a:ext cx="82900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Modificamos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función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getProducts(),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</a:t>
            </a:r>
            <a:r>
              <a:rPr b="1" lang="es-CL" sz="1800">
                <a:solidFill>
                  <a:schemeClr val="dk1"/>
                </a:solidFill>
              </a:rPr>
              <a:t>servicio products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para que envíe una petición con el token adjunto.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1144588" y="185738"/>
            <a:ext cx="68505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Usar Token es Requests</a:t>
            </a:r>
            <a:endParaRPr/>
          </a:p>
        </p:txBody>
      </p:sp>
      <p:sp>
        <p:nvSpPr>
          <p:cNvPr id="381" name="Google Shape;381;p15"/>
          <p:cNvSpPr txBox="1"/>
          <p:nvPr/>
        </p:nvSpPr>
        <p:spPr>
          <a:xfrm>
            <a:off x="900046" y="1869625"/>
            <a:ext cx="21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(servicio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347125" y="3188200"/>
            <a:ext cx="4562100" cy="2451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206500" y="2428901"/>
            <a:ext cx="4702800" cy="2451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627062" y="4665713"/>
            <a:ext cx="810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De acuerdo a nuestra configuración;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operación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protegida y no podemos ver ningún producto hasta que estemos validados.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Hoy </a:t>
            </a:r>
            <a:r>
              <a:rPr lang="es-CL" sz="1800">
                <a:solidFill>
                  <a:schemeClr val="dk1"/>
                </a:solidFill>
              </a:rPr>
              <a:t>podríamos</a:t>
            </a:r>
            <a:r>
              <a:rPr lang="es-CL" sz="1800">
                <a:solidFill>
                  <a:schemeClr val="dk1"/>
                </a:solidFill>
              </a:rPr>
              <a:t> estar repitiendo esto en cada servicio, sin embargo, en aplicaciones reales, esto se automatiza usando HTTP Interceptors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6032448" y="2191672"/>
            <a:ext cx="2460900" cy="5232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Recupera el </a:t>
            </a:r>
            <a:r>
              <a:rPr b="1" lang="es-CL">
                <a:solidFill>
                  <a:schemeClr val="dk1"/>
                </a:solidFill>
              </a:rPr>
              <a:t>token</a:t>
            </a:r>
            <a:r>
              <a:rPr lang="es-CL">
                <a:solidFill>
                  <a:schemeClr val="dk1"/>
                </a:solidFill>
              </a:rPr>
              <a:t> desde </a:t>
            </a:r>
            <a:r>
              <a:rPr b="1" lang="es-CL">
                <a:solidFill>
                  <a:schemeClr val="dk1"/>
                </a:solidFill>
              </a:rPr>
              <a:t>localStorage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g3e09846888d_1_56" title="Captura de pantalla 2026-05-11 a la(s) 01.05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2298475"/>
            <a:ext cx="4933633" cy="2799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91" name="Google Shape;391;g3e09846888d_1_56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g3e09846888d_1_5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g3e09846888d_1_5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94" name="Google Shape;394;g3e09846888d_1_56"/>
          <p:cNvSpPr/>
          <p:nvPr/>
        </p:nvSpPr>
        <p:spPr>
          <a:xfrm>
            <a:off x="627062" y="1164637"/>
            <a:ext cx="8290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Modificamos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el template, del componente principal de nuestra aplicación, para reaccionar al estado de autenticación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" name="Google Shape;395;g3e09846888d_1_56"/>
          <p:cNvSpPr txBox="1"/>
          <p:nvPr/>
        </p:nvSpPr>
        <p:spPr>
          <a:xfrm>
            <a:off x="1144588" y="185738"/>
            <a:ext cx="685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UI Basada en Estado</a:t>
            </a:r>
            <a:endParaRPr/>
          </a:p>
        </p:txBody>
      </p:sp>
      <p:sp>
        <p:nvSpPr>
          <p:cNvPr id="396" name="Google Shape;396;g3e09846888d_1_56"/>
          <p:cNvSpPr txBox="1"/>
          <p:nvPr/>
        </p:nvSpPr>
        <p:spPr>
          <a:xfrm>
            <a:off x="900046" y="1869625"/>
            <a:ext cx="21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</a:rPr>
              <a:t>app</a:t>
            </a: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>
                <a:highlight>
                  <a:srgbClr val="FFFF00"/>
                </a:highlight>
              </a:rPr>
              <a:t>html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componente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e09846888d_1_56"/>
          <p:cNvSpPr/>
          <p:nvPr/>
        </p:nvSpPr>
        <p:spPr>
          <a:xfrm>
            <a:off x="1282150" y="3575525"/>
            <a:ext cx="4055400" cy="1203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e09846888d_1_56"/>
          <p:cNvSpPr/>
          <p:nvPr/>
        </p:nvSpPr>
        <p:spPr>
          <a:xfrm>
            <a:off x="1282150" y="2530500"/>
            <a:ext cx="4055400" cy="8304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e09846888d_1_56"/>
          <p:cNvSpPr/>
          <p:nvPr/>
        </p:nvSpPr>
        <p:spPr>
          <a:xfrm>
            <a:off x="5534200" y="2577300"/>
            <a:ext cx="2460900" cy="7368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Si el estado de autenticación el </a:t>
            </a:r>
            <a:r>
              <a:rPr b="1" lang="es-CL">
                <a:solidFill>
                  <a:schemeClr val="dk1"/>
                </a:solidFill>
              </a:rPr>
              <a:t>false</a:t>
            </a:r>
            <a:r>
              <a:rPr lang="es-CL">
                <a:solidFill>
                  <a:schemeClr val="dk1"/>
                </a:solidFill>
              </a:rPr>
              <a:t>, entonces muestra el login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00" name="Google Shape;400;g3e09846888d_1_56"/>
          <p:cNvSpPr/>
          <p:nvPr/>
        </p:nvSpPr>
        <p:spPr>
          <a:xfrm>
            <a:off x="5534200" y="3805675"/>
            <a:ext cx="2460900" cy="8304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Si el estado de autenticación el </a:t>
            </a:r>
            <a:r>
              <a:rPr b="1" lang="es-CL">
                <a:solidFill>
                  <a:schemeClr val="dk1"/>
                </a:solidFill>
              </a:rPr>
              <a:t>true</a:t>
            </a:r>
            <a:r>
              <a:rPr lang="es-CL">
                <a:solidFill>
                  <a:schemeClr val="dk1"/>
                </a:solidFill>
              </a:rPr>
              <a:t>, entonces muestra la navegaci</a:t>
            </a:r>
            <a:r>
              <a:rPr lang="es-CL">
                <a:solidFill>
                  <a:schemeClr val="dk1"/>
                </a:solidFill>
              </a:rPr>
              <a:t>ón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g3e09846888d_1_74" title="Captura de pantalla 2026-05-11 a la(s) 01.58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850" y="2116600"/>
            <a:ext cx="5472683" cy="4347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406" name="Google Shape;406;g3e09846888d_1_74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" name="Google Shape;407;g3e09846888d_1_7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8" name="Google Shape;408;g3e09846888d_1_7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09" name="Google Shape;409;g3e09846888d_1_74"/>
          <p:cNvSpPr/>
          <p:nvPr/>
        </p:nvSpPr>
        <p:spPr>
          <a:xfrm>
            <a:off x="627062" y="1164637"/>
            <a:ext cx="8290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Modificamos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la lógica</a:t>
            </a:r>
            <a:r>
              <a:rPr lang="es-CL" sz="1800">
                <a:solidFill>
                  <a:schemeClr val="dk1"/>
                </a:solidFill>
              </a:rPr>
              <a:t>, del componente principal de nuestra aplicación, para añadir las dependencias de login y authService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g3e09846888d_1_74"/>
          <p:cNvSpPr txBox="1"/>
          <p:nvPr/>
        </p:nvSpPr>
        <p:spPr>
          <a:xfrm>
            <a:off x="1144588" y="185738"/>
            <a:ext cx="685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UI Basada en Estado</a:t>
            </a:r>
            <a:endParaRPr/>
          </a:p>
        </p:txBody>
      </p:sp>
      <p:sp>
        <p:nvSpPr>
          <p:cNvPr id="411" name="Google Shape;411;g3e09846888d_1_74"/>
          <p:cNvSpPr txBox="1"/>
          <p:nvPr/>
        </p:nvSpPr>
        <p:spPr>
          <a:xfrm>
            <a:off x="1425396" y="1819192"/>
            <a:ext cx="21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</a:rPr>
              <a:t>app</a:t>
            </a: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>
                <a:highlight>
                  <a:srgbClr val="FFFF00"/>
                </a:highlight>
              </a:rPr>
              <a:t>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componente)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09846888d_1_74"/>
          <p:cNvSpPr/>
          <p:nvPr/>
        </p:nvSpPr>
        <p:spPr>
          <a:xfrm>
            <a:off x="1741150" y="3875325"/>
            <a:ext cx="1516500" cy="10050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e09846888d_1_74"/>
          <p:cNvSpPr/>
          <p:nvPr/>
        </p:nvSpPr>
        <p:spPr>
          <a:xfrm>
            <a:off x="1500850" y="2135375"/>
            <a:ext cx="5472600" cy="5232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e09846888d_1_74"/>
          <p:cNvSpPr/>
          <p:nvPr/>
        </p:nvSpPr>
        <p:spPr>
          <a:xfrm>
            <a:off x="3447975" y="4085000"/>
            <a:ext cx="2148000" cy="4227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Añadir directiva requerida en la UI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5" name="Google Shape;415;g3e09846888d_1_74"/>
          <p:cNvSpPr/>
          <p:nvPr/>
        </p:nvSpPr>
        <p:spPr>
          <a:xfrm>
            <a:off x="6929900" y="2199050"/>
            <a:ext cx="1470300" cy="422700"/>
          </a:xfrm>
          <a:prstGeom prst="wedgeRoundRectCallout">
            <a:avLst>
              <a:gd fmla="val -82655" name="adj1"/>
              <a:gd fmla="val -1440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Importar dependencias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6" name="Google Shape;416;g3e09846888d_1_74"/>
          <p:cNvSpPr/>
          <p:nvPr/>
        </p:nvSpPr>
        <p:spPr>
          <a:xfrm>
            <a:off x="5384500" y="5541100"/>
            <a:ext cx="1676700" cy="830400"/>
          </a:xfrm>
          <a:prstGeom prst="wedgeRoundRectCallout">
            <a:avLst>
              <a:gd fmla="val -62076" name="adj1"/>
              <a:gd fmla="val 2252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Inyectar</a:t>
            </a:r>
            <a:r>
              <a:rPr lang="es-CL">
                <a:solidFill>
                  <a:schemeClr val="dk1"/>
                </a:solidFill>
              </a:rPr>
              <a:t> dependencia de servicio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7" name="Google Shape;417;g3e09846888d_1_74"/>
          <p:cNvSpPr/>
          <p:nvPr/>
        </p:nvSpPr>
        <p:spPr>
          <a:xfrm>
            <a:off x="1686721" y="6041582"/>
            <a:ext cx="3474000" cy="2214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2" name="Google Shape;422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4" name="Google Shape;424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627062" y="1164637"/>
            <a:ext cx="82900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cerrar la sesión de usuario o “desloguear” podemos eliminar el token de</a:t>
            </a:r>
            <a:r>
              <a:rPr lang="es-CL" sz="1800">
                <a:solidFill>
                  <a:schemeClr val="dk1"/>
                </a:solidFill>
              </a:rPr>
              <a:t>l localStorage (o de otro método de persistencia escogido</a:t>
            </a:r>
            <a:r>
              <a:rPr lang="es-CL" sz="1800">
                <a:solidFill>
                  <a:schemeClr val="dk1"/>
                </a:solidFill>
              </a:rPr>
              <a:t>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1144588" y="185738"/>
            <a:ext cx="79928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Cerrar Sesión de Usuario y Actualizar Estado</a:t>
            </a:r>
            <a:endParaRPr/>
          </a:p>
        </p:txBody>
      </p:sp>
      <p:sp>
        <p:nvSpPr>
          <p:cNvPr id="427" name="Google Shape;427;p17"/>
          <p:cNvSpPr txBox="1"/>
          <p:nvPr/>
        </p:nvSpPr>
        <p:spPr>
          <a:xfrm>
            <a:off x="974651" y="1899025"/>
            <a:ext cx="18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</a:rPr>
              <a:t>auth</a:t>
            </a: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(servicio)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1027129" y="4946695"/>
            <a:ext cx="18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</a:rPr>
              <a:t>auth</a:t>
            </a:r>
            <a:r>
              <a:rPr lang="es-CL" sz="14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(servicio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627000" y="3895445"/>
            <a:ext cx="82902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podemos consultar en todo momento si el </a:t>
            </a:r>
            <a:r>
              <a:rPr lang="es-CL" sz="1800">
                <a:solidFill>
                  <a:schemeClr val="dk1"/>
                </a:solidFill>
              </a:rPr>
              <a:t>estado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autenticaci</a:t>
            </a:r>
            <a:r>
              <a:rPr lang="es-CL" sz="1800">
                <a:solidFill>
                  <a:schemeClr val="dk1"/>
                </a:solidFill>
              </a:rPr>
              <a:t>ón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está activo (o logueado) que equivale a la existencia del token en </a:t>
            </a:r>
            <a:r>
              <a:rPr lang="es-CL" sz="1800">
                <a:solidFill>
                  <a:schemeClr val="dk1"/>
                </a:solidFill>
              </a:rPr>
              <a:t>el storage escogido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5517475" y="5198692"/>
            <a:ext cx="2460900" cy="690300"/>
          </a:xfrm>
          <a:prstGeom prst="wedgeRoundRectCallout">
            <a:avLst>
              <a:gd fmla="val -62299" name="adj1"/>
              <a:gd fmla="val 5501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Método que ayuda al control de la navegación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431" name="Google Shape;431;p17" title="Captura de pantalla 2026-05-11 a la(s) 01.18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88" y="2239974"/>
            <a:ext cx="7923818" cy="14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7" title="Captura de pantalla 2026-05-11 a la(s) 01.20.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050" y="5254500"/>
            <a:ext cx="4390400" cy="41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16" title="Captura de pantalla 2026-05-11 a la(s) 01.22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38" y="1660599"/>
            <a:ext cx="8044314" cy="41321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438" name="Google Shape;438;p1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0" name="Google Shape;440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627075" y="1164637"/>
            <a:ext cx="8290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Limpiamos el localStorage e intentamos acceder a la aplicación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1144588" y="185738"/>
            <a:ext cx="52143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la </a:t>
            </a:r>
            <a:r>
              <a:rPr b="1" lang="es-CL" sz="2800">
                <a:solidFill>
                  <a:srgbClr val="0070C0"/>
                </a:solidFill>
              </a:rPr>
              <a:t>Autenticación</a:t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549850" y="4563650"/>
            <a:ext cx="8044200" cy="12291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82325" y="1660600"/>
            <a:ext cx="2141700" cy="2487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49" name="Google Shape;449;g3dfe123197c_0_23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g3dfe123197c_0_23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1" name="Google Shape;451;g3dfe123197c_0_23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52" name="Google Shape;452;g3dfe123197c_0_235"/>
          <p:cNvSpPr/>
          <p:nvPr/>
        </p:nvSpPr>
        <p:spPr>
          <a:xfrm>
            <a:off x="627062" y="1164637"/>
            <a:ext cx="8290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Hacemos login y accedemos a la aplicación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dfe123197c_0_235"/>
          <p:cNvSpPr txBox="1"/>
          <p:nvPr/>
        </p:nvSpPr>
        <p:spPr>
          <a:xfrm>
            <a:off x="1144588" y="185738"/>
            <a:ext cx="521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la </a:t>
            </a:r>
            <a:r>
              <a:rPr b="1" lang="es-CL" sz="2800">
                <a:solidFill>
                  <a:srgbClr val="0070C0"/>
                </a:solidFill>
              </a:rPr>
              <a:t>Autenticación</a:t>
            </a:r>
            <a:endParaRPr/>
          </a:p>
        </p:txBody>
      </p:sp>
      <p:pic>
        <p:nvPicPr>
          <p:cNvPr id="454" name="Google Shape;454;g3dfe123197c_0_235" title="Captura de pantalla 2026-05-11 a la(s) 01.22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88" y="1698475"/>
            <a:ext cx="8218424" cy="425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5" name="Google Shape;455;g3dfe123197c_0_235"/>
          <p:cNvSpPr/>
          <p:nvPr/>
        </p:nvSpPr>
        <p:spPr>
          <a:xfrm>
            <a:off x="549900" y="4664500"/>
            <a:ext cx="8044200" cy="12291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60" name="Google Shape;460;g3dfe123197c_0_28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g3dfe123197c_0_28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2" name="Google Shape;462;g3dfe123197c_0_28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63" name="Google Shape;463;g3dfe123197c_0_284"/>
          <p:cNvSpPr txBox="1"/>
          <p:nvPr/>
        </p:nvSpPr>
        <p:spPr>
          <a:xfrm>
            <a:off x="1144588" y="185738"/>
            <a:ext cx="521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Flujo Completo</a:t>
            </a:r>
            <a:endParaRPr/>
          </a:p>
        </p:txBody>
      </p:sp>
      <p:pic>
        <p:nvPicPr>
          <p:cNvPr id="464" name="Google Shape;464;g3dfe123197c_0_284" title="flujo comple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238" y="1414713"/>
            <a:ext cx="7301522" cy="365076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5" name="Google Shape;465;g3dfe123197c_0_284"/>
          <p:cNvSpPr txBox="1"/>
          <p:nvPr/>
        </p:nvSpPr>
        <p:spPr>
          <a:xfrm>
            <a:off x="1197450" y="5297725"/>
            <a:ext cx="67491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El token no es lo importante.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Lo importante es el estado de autenticación en Angular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70" name="Google Shape;470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1" name="Google Shape;471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1144588" y="185738"/>
            <a:ext cx="54200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Consideraciones de Seguridad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637350" y="1307475"/>
            <a:ext cx="80955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este proyecto usamos localStorage por simplicidad.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producción existen alternativas más seguras, por ejemplo: </a:t>
            </a:r>
            <a:r>
              <a:rPr b="1" lang="es-CL" sz="1800">
                <a:solidFill>
                  <a:schemeClr val="dk1"/>
                </a:solidFill>
              </a:rPr>
              <a:t>Cookies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631601" y="2472027"/>
            <a:ext cx="8016300" cy="12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se usan las cookies con el parámetro 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HttpOnly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 son accesibles a través de JavaScript y son inmunes a ataques XSS. También se puede configurar el parámetro 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garantizar que solo se envíe a través de HTTPS. </a:t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676951" y="3805605"/>
            <a:ext cx="80163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deja propuesta la implementación de este método.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
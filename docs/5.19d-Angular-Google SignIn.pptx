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86600" cy="8686800"/>
  <p:embeddedFontLst>
    <p:embeddedFont>
      <p:font typeface="Libre Franklin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Bine0WP2/oi63jSuU2x79GG/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ibreFranklin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Franklin-boldItalic.fntdata"/><Relationship Id="rId30" Type="http://schemas.openxmlformats.org/officeDocument/2006/relationships/font" Target="fonts/LibreFranklin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5b1ffbca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c5b1ffbca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5b1ffbca_0_4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c5b1ffbca_0_4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5b1ffbca_0_3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c5b1ffbca_0_3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c5b1ffbca_0_3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c5b1ffbca_0_3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5b1ffbca_0_2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c5b1ffbca_0_2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c5b1ffbca_0_6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c5b1ffbca_0_6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c5b1ffbca_0_7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ec5b1ffbca_0_7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c5b1ffbca_0_8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c5b1ffbca_0_8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1.jpg"/><Relationship Id="rId5" Type="http://schemas.openxmlformats.org/officeDocument/2006/relationships/image" Target="../media/image31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1.jp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developers.google.com/identity/sign-in/web/sign-in" TargetMode="External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://localhost:3000" TargetMode="External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s.google.com/identity/gsi/web/guides/verify-google-id-token?hl=es-419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www.npmjs.com/package/@abacritt/angularx-social-logi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Habla la colombiana que manda en Google Latinoamérica - IA Latam" id="92" name="Google Shape;92;p1"/>
          <p:cNvPicPr preferRelativeResize="0"/>
          <p:nvPr/>
        </p:nvPicPr>
        <p:blipFill rotWithShape="1">
          <a:blip r:embed="rId4">
            <a:alphaModFix/>
          </a:blip>
          <a:srcRect b="14957" l="0" r="0" t="0"/>
          <a:stretch/>
        </p:blipFill>
        <p:spPr>
          <a:xfrm>
            <a:off x="7509552" y="4101967"/>
            <a:ext cx="1282230" cy="4660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2980825" y="2657075"/>
            <a:ext cx="5811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Login con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Credenciales de Google</a:t>
            </a:r>
            <a:endParaRPr b="1" i="0" sz="3600" u="none" cap="none" strike="noStrike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042026" y="3934072"/>
            <a:ext cx="5691506" cy="80215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79474" y="2082625"/>
            <a:ext cx="2004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19d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6232" r="5907" t="0"/>
          <a:stretch/>
        </p:blipFill>
        <p:spPr>
          <a:xfrm>
            <a:off x="641584" y="2206625"/>
            <a:ext cx="2140236" cy="232677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>
            <a:off x="2966284" y="2171036"/>
            <a:ext cx="44063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angularx-social-login</a:t>
            </a:r>
            <a:endParaRPr b="1" sz="3200" u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Objetivo</a:t>
            </a:r>
            <a:endParaRPr/>
          </a:p>
        </p:txBody>
      </p:sp>
      <p:cxnSp>
        <p:nvCxnSpPr>
          <p:cNvPr id="105" name="Google Shape;105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27050" y="1164623"/>
            <a:ext cx="81678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Utilizando los conocimientos adquiridos durante el curso, tanto en frontend como en backend, vamos a integrar, paso a paso, la autenticación con Google OAuth.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3" title="google-oauth2.png"/>
          <p:cNvPicPr preferRelativeResize="0"/>
          <p:nvPr/>
        </p:nvPicPr>
        <p:blipFill rotWithShape="1">
          <a:blip r:embed="rId4">
            <a:alphaModFix/>
          </a:blip>
          <a:srcRect b="30321" l="0" r="0" t="26847"/>
          <a:stretch/>
        </p:blipFill>
        <p:spPr>
          <a:xfrm>
            <a:off x="1422250" y="2473300"/>
            <a:ext cx="6097501" cy="174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144600" y="185750"/>
            <a:ext cx="779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Login </a:t>
            </a:r>
            <a:r>
              <a:rPr b="1" lang="es-CL" sz="2800">
                <a:solidFill>
                  <a:srgbClr val="0070C0"/>
                </a:solidFill>
              </a:rPr>
              <a:t>con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Redes Sociales ¿C</a:t>
            </a:r>
            <a:r>
              <a:rPr b="1" lang="es-CL" sz="2800">
                <a:solidFill>
                  <a:srgbClr val="0070C0"/>
                </a:solidFill>
              </a:rPr>
              <a:t>ómo funciona?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627062" y="1164637"/>
            <a:ext cx="8167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procedimiento para realizar validación de credenciales mediante redes sociales es el siguiente: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1298063" y="2710694"/>
            <a:ext cx="565017" cy="58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71455" l="0" r="0" t="0"/>
          <a:stretch/>
        </p:blipFill>
        <p:spPr>
          <a:xfrm>
            <a:off x="5693228" y="4412420"/>
            <a:ext cx="1816324" cy="54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854" y="3054982"/>
            <a:ext cx="1736282" cy="124190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oblemas en Google Cloud provocan fallas en algunas de las apps ..." id="121" name="Google Shape;12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67274" y="1703625"/>
            <a:ext cx="2609472" cy="1858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bla la colombiana que manda en Google Latinoamérica - IA Latam" id="122" name="Google Shape;122;p2"/>
          <p:cNvPicPr preferRelativeResize="0"/>
          <p:nvPr/>
        </p:nvPicPr>
        <p:blipFill rotWithShape="1">
          <a:blip r:embed="rId7">
            <a:alphaModFix/>
          </a:blip>
          <a:srcRect b="14957" l="0" r="0" t="0"/>
          <a:stretch/>
        </p:blipFill>
        <p:spPr>
          <a:xfrm>
            <a:off x="6119567" y="3226129"/>
            <a:ext cx="917985" cy="33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2619" y="2583820"/>
            <a:ext cx="961633" cy="108245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24" name="Google Shape;124;p2"/>
          <p:cNvSpPr/>
          <p:nvPr/>
        </p:nvSpPr>
        <p:spPr>
          <a:xfrm>
            <a:off x="3018407" y="2273654"/>
            <a:ext cx="2838771" cy="1241904"/>
          </a:xfrm>
          <a:custGeom>
            <a:rect b="b" l="l" r="r" t="t"/>
            <a:pathLst>
              <a:path extrusionOk="0" h="1431535" w="1846555">
                <a:moveTo>
                  <a:pt x="0" y="1431535"/>
                </a:moveTo>
                <a:cubicBezTo>
                  <a:pt x="59184" y="1351636"/>
                  <a:pt x="119070" y="1272252"/>
                  <a:pt x="177553" y="1191838"/>
                </a:cubicBezTo>
                <a:cubicBezTo>
                  <a:pt x="190104" y="1174580"/>
                  <a:pt x="200260" y="1155643"/>
                  <a:pt x="213064" y="1138572"/>
                </a:cubicBezTo>
                <a:cubicBezTo>
                  <a:pt x="235802" y="1108255"/>
                  <a:pt x="260979" y="1079833"/>
                  <a:pt x="284085" y="1049795"/>
                </a:cubicBezTo>
                <a:cubicBezTo>
                  <a:pt x="290590" y="1041338"/>
                  <a:pt x="295010" y="1031359"/>
                  <a:pt x="301841" y="1023162"/>
                </a:cubicBezTo>
                <a:cubicBezTo>
                  <a:pt x="309879" y="1013517"/>
                  <a:pt x="320303" y="1006061"/>
                  <a:pt x="328474" y="996529"/>
                </a:cubicBezTo>
                <a:cubicBezTo>
                  <a:pt x="338103" y="985295"/>
                  <a:pt x="345478" y="972253"/>
                  <a:pt x="355107" y="961019"/>
                </a:cubicBezTo>
                <a:cubicBezTo>
                  <a:pt x="363278" y="951487"/>
                  <a:pt x="373703" y="944031"/>
                  <a:pt x="381740" y="934386"/>
                </a:cubicBezTo>
                <a:cubicBezTo>
                  <a:pt x="388570" y="926189"/>
                  <a:pt x="392551" y="915854"/>
                  <a:pt x="399495" y="907753"/>
                </a:cubicBezTo>
                <a:cubicBezTo>
                  <a:pt x="410389" y="895043"/>
                  <a:pt x="425720" y="886171"/>
                  <a:pt x="435006" y="872242"/>
                </a:cubicBezTo>
                <a:cubicBezTo>
                  <a:pt x="447356" y="853716"/>
                  <a:pt x="465236" y="825829"/>
                  <a:pt x="479394" y="810098"/>
                </a:cubicBezTo>
                <a:cubicBezTo>
                  <a:pt x="496192" y="791434"/>
                  <a:pt x="517594" y="776920"/>
                  <a:pt x="532660" y="756832"/>
                </a:cubicBezTo>
                <a:cubicBezTo>
                  <a:pt x="565695" y="712786"/>
                  <a:pt x="546982" y="729530"/>
                  <a:pt x="585926" y="703566"/>
                </a:cubicBezTo>
                <a:cubicBezTo>
                  <a:pt x="617609" y="656040"/>
                  <a:pt x="596136" y="684478"/>
                  <a:pt x="656947" y="623667"/>
                </a:cubicBezTo>
                <a:lnTo>
                  <a:pt x="683580" y="597034"/>
                </a:lnTo>
                <a:cubicBezTo>
                  <a:pt x="692458" y="588156"/>
                  <a:pt x="699767" y="577365"/>
                  <a:pt x="710213" y="570401"/>
                </a:cubicBezTo>
                <a:cubicBezTo>
                  <a:pt x="719091" y="564483"/>
                  <a:pt x="728745" y="559590"/>
                  <a:pt x="736846" y="552646"/>
                </a:cubicBezTo>
                <a:cubicBezTo>
                  <a:pt x="749556" y="541752"/>
                  <a:pt x="758428" y="526421"/>
                  <a:pt x="772357" y="517135"/>
                </a:cubicBezTo>
                <a:cubicBezTo>
                  <a:pt x="781235" y="511217"/>
                  <a:pt x="791015" y="506468"/>
                  <a:pt x="798990" y="499380"/>
                </a:cubicBezTo>
                <a:cubicBezTo>
                  <a:pt x="817757" y="482698"/>
                  <a:pt x="831363" y="460043"/>
                  <a:pt x="852256" y="446114"/>
                </a:cubicBezTo>
                <a:lnTo>
                  <a:pt x="905522" y="410603"/>
                </a:lnTo>
                <a:cubicBezTo>
                  <a:pt x="914400" y="404685"/>
                  <a:pt x="924610" y="400393"/>
                  <a:pt x="932155" y="392848"/>
                </a:cubicBezTo>
                <a:cubicBezTo>
                  <a:pt x="941033" y="383970"/>
                  <a:pt x="948342" y="373179"/>
                  <a:pt x="958788" y="366215"/>
                </a:cubicBezTo>
                <a:cubicBezTo>
                  <a:pt x="966574" y="361024"/>
                  <a:pt x="977241" y="361882"/>
                  <a:pt x="985421" y="357337"/>
                </a:cubicBezTo>
                <a:cubicBezTo>
                  <a:pt x="1086797" y="301017"/>
                  <a:pt x="1007459" y="343258"/>
                  <a:pt x="1056442" y="304071"/>
                </a:cubicBezTo>
                <a:cubicBezTo>
                  <a:pt x="1064773" y="297406"/>
                  <a:pt x="1074743" y="292981"/>
                  <a:pt x="1083075" y="286316"/>
                </a:cubicBezTo>
                <a:cubicBezTo>
                  <a:pt x="1089611" y="281087"/>
                  <a:pt x="1093654" y="272867"/>
                  <a:pt x="1100831" y="268561"/>
                </a:cubicBezTo>
                <a:cubicBezTo>
                  <a:pt x="1108855" y="263746"/>
                  <a:pt x="1118586" y="262642"/>
                  <a:pt x="1127464" y="259683"/>
                </a:cubicBezTo>
                <a:cubicBezTo>
                  <a:pt x="1169185" y="217962"/>
                  <a:pt x="1143652" y="240013"/>
                  <a:pt x="1207363" y="197539"/>
                </a:cubicBezTo>
                <a:cubicBezTo>
                  <a:pt x="1216241" y="191621"/>
                  <a:pt x="1223874" y="183158"/>
                  <a:pt x="1233996" y="179784"/>
                </a:cubicBezTo>
                <a:cubicBezTo>
                  <a:pt x="1242874" y="176825"/>
                  <a:pt x="1252259" y="175091"/>
                  <a:pt x="1260629" y="170906"/>
                </a:cubicBezTo>
                <a:cubicBezTo>
                  <a:pt x="1270172" y="166134"/>
                  <a:pt x="1277512" y="157484"/>
                  <a:pt x="1287262" y="153151"/>
                </a:cubicBezTo>
                <a:cubicBezTo>
                  <a:pt x="1287287" y="153140"/>
                  <a:pt x="1353831" y="130961"/>
                  <a:pt x="1367161" y="126518"/>
                </a:cubicBezTo>
                <a:lnTo>
                  <a:pt x="1393794" y="117640"/>
                </a:lnTo>
                <a:cubicBezTo>
                  <a:pt x="1416618" y="110032"/>
                  <a:pt x="1431406" y="104345"/>
                  <a:pt x="1455938" y="99885"/>
                </a:cubicBezTo>
                <a:cubicBezTo>
                  <a:pt x="1476525" y="96142"/>
                  <a:pt x="1497494" y="94750"/>
                  <a:pt x="1518081" y="91007"/>
                </a:cubicBezTo>
                <a:cubicBezTo>
                  <a:pt x="1530085" y="88824"/>
                  <a:pt x="1541681" y="84776"/>
                  <a:pt x="1553592" y="82129"/>
                </a:cubicBezTo>
                <a:cubicBezTo>
                  <a:pt x="1573842" y="77629"/>
                  <a:pt x="1632947" y="66300"/>
                  <a:pt x="1651246" y="64374"/>
                </a:cubicBezTo>
                <a:cubicBezTo>
                  <a:pt x="1689618" y="60335"/>
                  <a:pt x="1728186" y="58455"/>
                  <a:pt x="1766656" y="55496"/>
                </a:cubicBezTo>
                <a:cubicBezTo>
                  <a:pt x="1784411" y="52537"/>
                  <a:pt x="1804945" y="56604"/>
                  <a:pt x="1819922" y="46619"/>
                </a:cubicBezTo>
                <a:cubicBezTo>
                  <a:pt x="1827708" y="41428"/>
                  <a:pt x="1800596" y="43587"/>
                  <a:pt x="1793289" y="37741"/>
                </a:cubicBezTo>
                <a:cubicBezTo>
                  <a:pt x="1784958" y="31076"/>
                  <a:pt x="1783865" y="17773"/>
                  <a:pt x="1775534" y="11108"/>
                </a:cubicBezTo>
                <a:cubicBezTo>
                  <a:pt x="1768227" y="5262"/>
                  <a:pt x="1742284" y="-4387"/>
                  <a:pt x="1748901" y="2230"/>
                </a:cubicBezTo>
                <a:cubicBezTo>
                  <a:pt x="1763990" y="17319"/>
                  <a:pt x="1784412" y="25904"/>
                  <a:pt x="1802167" y="37741"/>
                </a:cubicBezTo>
                <a:cubicBezTo>
                  <a:pt x="1835766" y="60140"/>
                  <a:pt x="1821255" y="47950"/>
                  <a:pt x="1846555" y="73252"/>
                </a:cubicBezTo>
                <a:cubicBezTo>
                  <a:pt x="1795262" y="107447"/>
                  <a:pt x="1841623" y="71608"/>
                  <a:pt x="1802167" y="117640"/>
                </a:cubicBezTo>
                <a:cubicBezTo>
                  <a:pt x="1802141" y="117670"/>
                  <a:pt x="1768883" y="150924"/>
                  <a:pt x="1757778" y="162028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2530135" y="2966297"/>
            <a:ext cx="2938509" cy="1277547"/>
          </a:xfrm>
          <a:custGeom>
            <a:rect b="b" l="l" r="r" t="t"/>
            <a:pathLst>
              <a:path extrusionOk="0" h="1687076" w="1935332">
                <a:moveTo>
                  <a:pt x="1935332" y="0"/>
                </a:moveTo>
                <a:cubicBezTo>
                  <a:pt x="1649645" y="133320"/>
                  <a:pt x="1750520" y="69942"/>
                  <a:pt x="1615736" y="159798"/>
                </a:cubicBezTo>
                <a:cubicBezTo>
                  <a:pt x="1606858" y="165716"/>
                  <a:pt x="1596648" y="170008"/>
                  <a:pt x="1589103" y="177553"/>
                </a:cubicBezTo>
                <a:cubicBezTo>
                  <a:pt x="1511088" y="255568"/>
                  <a:pt x="1643185" y="121149"/>
                  <a:pt x="1553592" y="221942"/>
                </a:cubicBezTo>
                <a:cubicBezTo>
                  <a:pt x="1536910" y="240709"/>
                  <a:pt x="1518081" y="257453"/>
                  <a:pt x="1500326" y="275208"/>
                </a:cubicBezTo>
                <a:lnTo>
                  <a:pt x="1473693" y="301841"/>
                </a:lnTo>
                <a:cubicBezTo>
                  <a:pt x="1464815" y="310719"/>
                  <a:pt x="1457506" y="321510"/>
                  <a:pt x="1447060" y="328474"/>
                </a:cubicBezTo>
                <a:lnTo>
                  <a:pt x="1420427" y="346229"/>
                </a:lnTo>
                <a:cubicBezTo>
                  <a:pt x="1414509" y="355107"/>
                  <a:pt x="1409616" y="364761"/>
                  <a:pt x="1402672" y="372862"/>
                </a:cubicBezTo>
                <a:cubicBezTo>
                  <a:pt x="1391778" y="385572"/>
                  <a:pt x="1376447" y="394444"/>
                  <a:pt x="1367161" y="408373"/>
                </a:cubicBezTo>
                <a:cubicBezTo>
                  <a:pt x="1361243" y="417251"/>
                  <a:pt x="1356432" y="426976"/>
                  <a:pt x="1349406" y="435006"/>
                </a:cubicBezTo>
                <a:cubicBezTo>
                  <a:pt x="1335627" y="450754"/>
                  <a:pt x="1316624" y="461983"/>
                  <a:pt x="1305017" y="479394"/>
                </a:cubicBezTo>
                <a:cubicBezTo>
                  <a:pt x="1293180" y="497149"/>
                  <a:pt x="1284596" y="517571"/>
                  <a:pt x="1269507" y="532660"/>
                </a:cubicBezTo>
                <a:cubicBezTo>
                  <a:pt x="1184014" y="618153"/>
                  <a:pt x="1270330" y="527194"/>
                  <a:pt x="1216241" y="594804"/>
                </a:cubicBezTo>
                <a:cubicBezTo>
                  <a:pt x="1211012" y="601340"/>
                  <a:pt x="1203714" y="606023"/>
                  <a:pt x="1198485" y="612559"/>
                </a:cubicBezTo>
                <a:cubicBezTo>
                  <a:pt x="1191820" y="620890"/>
                  <a:pt x="1187674" y="631091"/>
                  <a:pt x="1180730" y="639192"/>
                </a:cubicBezTo>
                <a:cubicBezTo>
                  <a:pt x="1169836" y="651902"/>
                  <a:pt x="1154505" y="660774"/>
                  <a:pt x="1145219" y="674703"/>
                </a:cubicBezTo>
                <a:cubicBezTo>
                  <a:pt x="1133382" y="692458"/>
                  <a:pt x="1124798" y="712880"/>
                  <a:pt x="1109709" y="727969"/>
                </a:cubicBezTo>
                <a:lnTo>
                  <a:pt x="1074198" y="763480"/>
                </a:lnTo>
                <a:cubicBezTo>
                  <a:pt x="1057219" y="814416"/>
                  <a:pt x="1077479" y="766870"/>
                  <a:pt x="1038687" y="816746"/>
                </a:cubicBezTo>
                <a:cubicBezTo>
                  <a:pt x="1025586" y="833590"/>
                  <a:pt x="1018266" y="854923"/>
                  <a:pt x="1003177" y="870012"/>
                </a:cubicBezTo>
                <a:cubicBezTo>
                  <a:pt x="997258" y="875930"/>
                  <a:pt x="990650" y="881231"/>
                  <a:pt x="985421" y="887767"/>
                </a:cubicBezTo>
                <a:cubicBezTo>
                  <a:pt x="978756" y="896098"/>
                  <a:pt x="974496" y="906203"/>
                  <a:pt x="967666" y="914400"/>
                </a:cubicBezTo>
                <a:cubicBezTo>
                  <a:pt x="959629" y="924045"/>
                  <a:pt x="949070" y="931388"/>
                  <a:pt x="941033" y="941033"/>
                </a:cubicBezTo>
                <a:cubicBezTo>
                  <a:pt x="934203" y="949230"/>
                  <a:pt x="929943" y="959335"/>
                  <a:pt x="923278" y="967666"/>
                </a:cubicBezTo>
                <a:cubicBezTo>
                  <a:pt x="918049" y="974202"/>
                  <a:pt x="910751" y="978885"/>
                  <a:pt x="905522" y="985421"/>
                </a:cubicBezTo>
                <a:cubicBezTo>
                  <a:pt x="860715" y="1041429"/>
                  <a:pt x="912891" y="986929"/>
                  <a:pt x="870012" y="1029810"/>
                </a:cubicBezTo>
                <a:cubicBezTo>
                  <a:pt x="864093" y="1047565"/>
                  <a:pt x="862638" y="1067503"/>
                  <a:pt x="852256" y="1083076"/>
                </a:cubicBezTo>
                <a:cubicBezTo>
                  <a:pt x="846338" y="1091954"/>
                  <a:pt x="838834" y="1099959"/>
                  <a:pt x="834501" y="1109709"/>
                </a:cubicBezTo>
                <a:cubicBezTo>
                  <a:pt x="801859" y="1183155"/>
                  <a:pt x="835454" y="1144268"/>
                  <a:pt x="798990" y="1180730"/>
                </a:cubicBezTo>
                <a:cubicBezTo>
                  <a:pt x="781709" y="1232578"/>
                  <a:pt x="803635" y="1184964"/>
                  <a:pt x="763480" y="1225118"/>
                </a:cubicBezTo>
                <a:cubicBezTo>
                  <a:pt x="755935" y="1232663"/>
                  <a:pt x="752389" y="1243419"/>
                  <a:pt x="745724" y="1251751"/>
                </a:cubicBezTo>
                <a:cubicBezTo>
                  <a:pt x="732264" y="1268577"/>
                  <a:pt x="708579" y="1284625"/>
                  <a:pt x="692458" y="1296140"/>
                </a:cubicBezTo>
                <a:cubicBezTo>
                  <a:pt x="683776" y="1302342"/>
                  <a:pt x="674022" y="1307065"/>
                  <a:pt x="665825" y="1313895"/>
                </a:cubicBezTo>
                <a:cubicBezTo>
                  <a:pt x="656180" y="1321932"/>
                  <a:pt x="649102" y="1332820"/>
                  <a:pt x="639192" y="1340528"/>
                </a:cubicBezTo>
                <a:cubicBezTo>
                  <a:pt x="593402" y="1376143"/>
                  <a:pt x="599478" y="1371522"/>
                  <a:pt x="559293" y="1384916"/>
                </a:cubicBezTo>
                <a:cubicBezTo>
                  <a:pt x="553375" y="1390835"/>
                  <a:pt x="548234" y="1397650"/>
                  <a:pt x="541538" y="1402672"/>
                </a:cubicBezTo>
                <a:cubicBezTo>
                  <a:pt x="524467" y="1415476"/>
                  <a:pt x="506027" y="1426345"/>
                  <a:pt x="488272" y="1438182"/>
                </a:cubicBezTo>
                <a:lnTo>
                  <a:pt x="461639" y="1455938"/>
                </a:lnTo>
                <a:cubicBezTo>
                  <a:pt x="452761" y="1461856"/>
                  <a:pt x="442551" y="1466149"/>
                  <a:pt x="435006" y="1473693"/>
                </a:cubicBezTo>
                <a:cubicBezTo>
                  <a:pt x="429087" y="1479611"/>
                  <a:pt x="424214" y="1486805"/>
                  <a:pt x="417250" y="1491448"/>
                </a:cubicBezTo>
                <a:cubicBezTo>
                  <a:pt x="406239" y="1498789"/>
                  <a:pt x="393230" y="1502638"/>
                  <a:pt x="381740" y="1509204"/>
                </a:cubicBezTo>
                <a:cubicBezTo>
                  <a:pt x="293933" y="1559380"/>
                  <a:pt x="426869" y="1491079"/>
                  <a:pt x="319596" y="1544714"/>
                </a:cubicBezTo>
                <a:cubicBezTo>
                  <a:pt x="313678" y="1550633"/>
                  <a:pt x="309018" y="1558164"/>
                  <a:pt x="301841" y="1562470"/>
                </a:cubicBezTo>
                <a:cubicBezTo>
                  <a:pt x="243317" y="1597585"/>
                  <a:pt x="245706" y="1594260"/>
                  <a:pt x="195309" y="1606858"/>
                </a:cubicBezTo>
                <a:cubicBezTo>
                  <a:pt x="153103" y="1634996"/>
                  <a:pt x="178799" y="1621239"/>
                  <a:pt x="115410" y="1642369"/>
                </a:cubicBezTo>
                <a:lnTo>
                  <a:pt x="88777" y="1651247"/>
                </a:lnTo>
                <a:lnTo>
                  <a:pt x="62144" y="1660124"/>
                </a:lnTo>
                <a:cubicBezTo>
                  <a:pt x="36105" y="1677484"/>
                  <a:pt x="38283" y="1679406"/>
                  <a:pt x="8878" y="1686757"/>
                </a:cubicBezTo>
                <a:cubicBezTo>
                  <a:pt x="6007" y="1687475"/>
                  <a:pt x="2959" y="1686757"/>
                  <a:pt x="0" y="1686757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2509620" y="4086988"/>
            <a:ext cx="301841" cy="204283"/>
          </a:xfrm>
          <a:custGeom>
            <a:rect b="b" l="l" r="r" t="t"/>
            <a:pathLst>
              <a:path extrusionOk="0" h="204283" w="301841">
                <a:moveTo>
                  <a:pt x="115410" y="0"/>
                </a:moveTo>
                <a:cubicBezTo>
                  <a:pt x="106532" y="14796"/>
                  <a:pt x="95917" y="28680"/>
                  <a:pt x="88777" y="44388"/>
                </a:cubicBezTo>
                <a:cubicBezTo>
                  <a:pt x="81032" y="61426"/>
                  <a:pt x="84255" y="84420"/>
                  <a:pt x="71021" y="97654"/>
                </a:cubicBezTo>
                <a:cubicBezTo>
                  <a:pt x="20016" y="148660"/>
                  <a:pt x="46484" y="135426"/>
                  <a:pt x="0" y="150920"/>
                </a:cubicBezTo>
                <a:cubicBezTo>
                  <a:pt x="11837" y="153879"/>
                  <a:pt x="23547" y="157405"/>
                  <a:pt x="35511" y="159798"/>
                </a:cubicBezTo>
                <a:cubicBezTo>
                  <a:pt x="53162" y="163328"/>
                  <a:pt x="71205" y="164771"/>
                  <a:pt x="88777" y="168676"/>
                </a:cubicBezTo>
                <a:cubicBezTo>
                  <a:pt x="97912" y="170706"/>
                  <a:pt x="106275" y="175523"/>
                  <a:pt x="115410" y="177553"/>
                </a:cubicBezTo>
                <a:cubicBezTo>
                  <a:pt x="132982" y="181458"/>
                  <a:pt x="151025" y="182901"/>
                  <a:pt x="168676" y="186431"/>
                </a:cubicBezTo>
                <a:cubicBezTo>
                  <a:pt x="180640" y="188824"/>
                  <a:pt x="192182" y="193126"/>
                  <a:pt x="204186" y="195309"/>
                </a:cubicBezTo>
                <a:cubicBezTo>
                  <a:pt x="262217" y="205860"/>
                  <a:pt x="254361" y="204186"/>
                  <a:pt x="301841" y="204186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2698812" y="4509856"/>
            <a:ext cx="2994416" cy="305671"/>
          </a:xfrm>
          <a:custGeom>
            <a:rect b="b" l="l" r="r" t="t"/>
            <a:pathLst>
              <a:path extrusionOk="0" h="305671" w="2068497">
                <a:moveTo>
                  <a:pt x="0" y="88777"/>
                </a:moveTo>
                <a:lnTo>
                  <a:pt x="301840" y="26633"/>
                </a:lnTo>
                <a:cubicBezTo>
                  <a:pt x="372829" y="11284"/>
                  <a:pt x="276653" y="23434"/>
                  <a:pt x="363984" y="8878"/>
                </a:cubicBezTo>
                <a:cubicBezTo>
                  <a:pt x="387517" y="4956"/>
                  <a:pt x="411331" y="2959"/>
                  <a:pt x="435005" y="0"/>
                </a:cubicBezTo>
                <a:lnTo>
                  <a:pt x="736846" y="8878"/>
                </a:lnTo>
                <a:cubicBezTo>
                  <a:pt x="763614" y="10123"/>
                  <a:pt x="790132" y="14625"/>
                  <a:pt x="816745" y="17756"/>
                </a:cubicBezTo>
                <a:lnTo>
                  <a:pt x="887767" y="26633"/>
                </a:lnTo>
                <a:cubicBezTo>
                  <a:pt x="908508" y="29398"/>
                  <a:pt x="929113" y="33200"/>
                  <a:pt x="949910" y="35511"/>
                </a:cubicBezTo>
                <a:cubicBezTo>
                  <a:pt x="982396" y="39121"/>
                  <a:pt x="1015079" y="40780"/>
                  <a:pt x="1047565" y="44389"/>
                </a:cubicBezTo>
                <a:cubicBezTo>
                  <a:pt x="1068362" y="46700"/>
                  <a:pt x="1088967" y="50501"/>
                  <a:pt x="1109708" y="53266"/>
                </a:cubicBezTo>
                <a:lnTo>
                  <a:pt x="1180730" y="62144"/>
                </a:lnTo>
                <a:cubicBezTo>
                  <a:pt x="1192567" y="65103"/>
                  <a:pt x="1204554" y="67516"/>
                  <a:pt x="1216240" y="71022"/>
                </a:cubicBezTo>
                <a:cubicBezTo>
                  <a:pt x="1234166" y="76400"/>
                  <a:pt x="1251751" y="82859"/>
                  <a:pt x="1269506" y="88777"/>
                </a:cubicBezTo>
                <a:cubicBezTo>
                  <a:pt x="1278384" y="91736"/>
                  <a:pt x="1287060" y="95385"/>
                  <a:pt x="1296139" y="97655"/>
                </a:cubicBezTo>
                <a:cubicBezTo>
                  <a:pt x="1319813" y="103573"/>
                  <a:pt x="1345335" y="104497"/>
                  <a:pt x="1367161" y="115410"/>
                </a:cubicBezTo>
                <a:cubicBezTo>
                  <a:pt x="1398728" y="131193"/>
                  <a:pt x="1398824" y="133334"/>
                  <a:pt x="1429305" y="142043"/>
                </a:cubicBezTo>
                <a:cubicBezTo>
                  <a:pt x="1486348" y="158342"/>
                  <a:pt x="1472005" y="148279"/>
                  <a:pt x="1553592" y="168676"/>
                </a:cubicBezTo>
                <a:cubicBezTo>
                  <a:pt x="1614352" y="183866"/>
                  <a:pt x="1568537" y="173707"/>
                  <a:pt x="1651246" y="186431"/>
                </a:cubicBezTo>
                <a:cubicBezTo>
                  <a:pt x="1669037" y="189168"/>
                  <a:pt x="1686531" y="194473"/>
                  <a:pt x="1704512" y="195309"/>
                </a:cubicBezTo>
                <a:cubicBezTo>
                  <a:pt x="1813925" y="200398"/>
                  <a:pt x="1923495" y="201228"/>
                  <a:pt x="2032986" y="204187"/>
                </a:cubicBezTo>
                <a:cubicBezTo>
                  <a:pt x="2001997" y="173196"/>
                  <a:pt x="2023172" y="189078"/>
                  <a:pt x="1961965" y="168676"/>
                </a:cubicBezTo>
                <a:lnTo>
                  <a:pt x="1935332" y="159798"/>
                </a:lnTo>
                <a:cubicBezTo>
                  <a:pt x="1929413" y="153880"/>
                  <a:pt x="1909206" y="142043"/>
                  <a:pt x="1917576" y="142043"/>
                </a:cubicBezTo>
                <a:cubicBezTo>
                  <a:pt x="1936292" y="142043"/>
                  <a:pt x="1970842" y="159798"/>
                  <a:pt x="1970842" y="159798"/>
                </a:cubicBezTo>
                <a:cubicBezTo>
                  <a:pt x="2010679" y="199635"/>
                  <a:pt x="1963369" y="157619"/>
                  <a:pt x="2015231" y="186431"/>
                </a:cubicBezTo>
                <a:cubicBezTo>
                  <a:pt x="2033885" y="196794"/>
                  <a:pt x="2068497" y="221942"/>
                  <a:pt x="2068497" y="221942"/>
                </a:cubicBezTo>
                <a:cubicBezTo>
                  <a:pt x="2026369" y="264070"/>
                  <a:pt x="2048867" y="252160"/>
                  <a:pt x="2006353" y="266330"/>
                </a:cubicBezTo>
                <a:cubicBezTo>
                  <a:pt x="1994516" y="278167"/>
                  <a:pt x="1974902" y="318081"/>
                  <a:pt x="1970842" y="301841"/>
                </a:cubicBezTo>
                <a:lnTo>
                  <a:pt x="1961965" y="266330"/>
                </a:ln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 flipH="1">
            <a:off x="6009514" y="3586665"/>
            <a:ext cx="289705" cy="868305"/>
          </a:xfrm>
          <a:custGeom>
            <a:rect b="b" l="l" r="r" t="t"/>
            <a:pathLst>
              <a:path extrusionOk="0" h="852945" w="223208">
                <a:moveTo>
                  <a:pt x="187697" y="852945"/>
                </a:moveTo>
                <a:cubicBezTo>
                  <a:pt x="181779" y="758250"/>
                  <a:pt x="178045" y="663392"/>
                  <a:pt x="169942" y="568859"/>
                </a:cubicBezTo>
                <a:cubicBezTo>
                  <a:pt x="169143" y="559535"/>
                  <a:pt x="162899" y="551402"/>
                  <a:pt x="161064" y="542226"/>
                </a:cubicBezTo>
                <a:cubicBezTo>
                  <a:pt x="154004" y="506925"/>
                  <a:pt x="154694" y="469847"/>
                  <a:pt x="143309" y="435694"/>
                </a:cubicBezTo>
                <a:cubicBezTo>
                  <a:pt x="133420" y="406029"/>
                  <a:pt x="132987" y="407001"/>
                  <a:pt x="125554" y="373550"/>
                </a:cubicBezTo>
                <a:cubicBezTo>
                  <a:pt x="122281" y="358820"/>
                  <a:pt x="119949" y="343892"/>
                  <a:pt x="116676" y="329162"/>
                </a:cubicBezTo>
                <a:cubicBezTo>
                  <a:pt x="114029" y="317251"/>
                  <a:pt x="111150" y="305383"/>
                  <a:pt x="107798" y="293651"/>
                </a:cubicBezTo>
                <a:cubicBezTo>
                  <a:pt x="105227" y="284653"/>
                  <a:pt x="100951" y="276153"/>
                  <a:pt x="98921" y="267018"/>
                </a:cubicBezTo>
                <a:cubicBezTo>
                  <a:pt x="90800" y="230474"/>
                  <a:pt x="90859" y="204908"/>
                  <a:pt x="81165" y="169364"/>
                </a:cubicBezTo>
                <a:cubicBezTo>
                  <a:pt x="81157" y="169336"/>
                  <a:pt x="58975" y="102795"/>
                  <a:pt x="54532" y="89465"/>
                </a:cubicBezTo>
                <a:lnTo>
                  <a:pt x="45655" y="62832"/>
                </a:lnTo>
                <a:cubicBezTo>
                  <a:pt x="32792" y="-27209"/>
                  <a:pt x="38546" y="-22327"/>
                  <a:pt x="27899" y="89465"/>
                </a:cubicBezTo>
                <a:cubicBezTo>
                  <a:pt x="17149" y="202345"/>
                  <a:pt x="27237" y="154262"/>
                  <a:pt x="10144" y="222630"/>
                </a:cubicBezTo>
                <a:cubicBezTo>
                  <a:pt x="-6091" y="173926"/>
                  <a:pt x="-373" y="203849"/>
                  <a:pt x="10144" y="124976"/>
                </a:cubicBezTo>
                <a:cubicBezTo>
                  <a:pt x="17758" y="67870"/>
                  <a:pt x="18859" y="63810"/>
                  <a:pt x="27899" y="9566"/>
                </a:cubicBezTo>
                <a:cubicBezTo>
                  <a:pt x="33818" y="18444"/>
                  <a:pt x="36607" y="30544"/>
                  <a:pt x="45655" y="36199"/>
                </a:cubicBezTo>
                <a:cubicBezTo>
                  <a:pt x="61526" y="46118"/>
                  <a:pt x="98921" y="53954"/>
                  <a:pt x="98921" y="53954"/>
                </a:cubicBezTo>
                <a:cubicBezTo>
                  <a:pt x="133601" y="88636"/>
                  <a:pt x="97210" y="57538"/>
                  <a:pt x="143309" y="80587"/>
                </a:cubicBezTo>
                <a:cubicBezTo>
                  <a:pt x="212147" y="115006"/>
                  <a:pt x="129633" y="84908"/>
                  <a:pt x="196575" y="107220"/>
                </a:cubicBezTo>
                <a:cubicBezTo>
                  <a:pt x="219009" y="129655"/>
                  <a:pt x="210587" y="132462"/>
                  <a:pt x="223208" y="107220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 rot="739448">
            <a:off x="6721028" y="3630550"/>
            <a:ext cx="398229" cy="852944"/>
          </a:xfrm>
          <a:custGeom>
            <a:rect b="b" l="l" r="r" t="t"/>
            <a:pathLst>
              <a:path extrusionOk="0" h="831391" w="337359">
                <a:moveTo>
                  <a:pt x="0" y="0"/>
                </a:moveTo>
                <a:cubicBezTo>
                  <a:pt x="35511" y="88777"/>
                  <a:pt x="69189" y="178308"/>
                  <a:pt x="106532" y="266330"/>
                </a:cubicBezTo>
                <a:cubicBezTo>
                  <a:pt x="110699" y="276152"/>
                  <a:pt x="119955" y="283213"/>
                  <a:pt x="124288" y="292963"/>
                </a:cubicBezTo>
                <a:cubicBezTo>
                  <a:pt x="131889" y="310066"/>
                  <a:pt x="133673" y="329489"/>
                  <a:pt x="142043" y="346229"/>
                </a:cubicBezTo>
                <a:cubicBezTo>
                  <a:pt x="147961" y="358066"/>
                  <a:pt x="154585" y="369576"/>
                  <a:pt x="159798" y="381740"/>
                </a:cubicBezTo>
                <a:cubicBezTo>
                  <a:pt x="169744" y="404947"/>
                  <a:pt x="170045" y="418853"/>
                  <a:pt x="177554" y="443884"/>
                </a:cubicBezTo>
                <a:cubicBezTo>
                  <a:pt x="182932" y="461810"/>
                  <a:pt x="189391" y="479395"/>
                  <a:pt x="195309" y="497150"/>
                </a:cubicBezTo>
                <a:lnTo>
                  <a:pt x="213064" y="550416"/>
                </a:lnTo>
                <a:cubicBezTo>
                  <a:pt x="221526" y="575802"/>
                  <a:pt x="225246" y="584689"/>
                  <a:pt x="230820" y="612560"/>
                </a:cubicBezTo>
                <a:cubicBezTo>
                  <a:pt x="236242" y="639669"/>
                  <a:pt x="245167" y="702407"/>
                  <a:pt x="248575" y="727969"/>
                </a:cubicBezTo>
                <a:cubicBezTo>
                  <a:pt x="251728" y="751618"/>
                  <a:pt x="253185" y="775518"/>
                  <a:pt x="257453" y="798991"/>
                </a:cubicBezTo>
                <a:cubicBezTo>
                  <a:pt x="259127" y="808198"/>
                  <a:pt x="274700" y="829809"/>
                  <a:pt x="266330" y="825624"/>
                </a:cubicBezTo>
                <a:cubicBezTo>
                  <a:pt x="247614" y="816266"/>
                  <a:pt x="236738" y="796031"/>
                  <a:pt x="221942" y="781235"/>
                </a:cubicBezTo>
                <a:cubicBezTo>
                  <a:pt x="213064" y="772357"/>
                  <a:pt x="202273" y="765048"/>
                  <a:pt x="195309" y="754602"/>
                </a:cubicBezTo>
                <a:cubicBezTo>
                  <a:pt x="172911" y="721005"/>
                  <a:pt x="185099" y="735513"/>
                  <a:pt x="159798" y="710214"/>
                </a:cubicBezTo>
                <a:cubicBezTo>
                  <a:pt x="156839" y="701336"/>
                  <a:pt x="141563" y="683581"/>
                  <a:pt x="150921" y="683581"/>
                </a:cubicBezTo>
                <a:cubicBezTo>
                  <a:pt x="161591" y="683581"/>
                  <a:pt x="161846" y="702017"/>
                  <a:pt x="168676" y="710214"/>
                </a:cubicBezTo>
                <a:cubicBezTo>
                  <a:pt x="176713" y="719859"/>
                  <a:pt x="187272" y="727202"/>
                  <a:pt x="195309" y="736847"/>
                </a:cubicBezTo>
                <a:cubicBezTo>
                  <a:pt x="202139" y="745044"/>
                  <a:pt x="206120" y="755379"/>
                  <a:pt x="213064" y="763480"/>
                </a:cubicBezTo>
                <a:cubicBezTo>
                  <a:pt x="223958" y="776190"/>
                  <a:pt x="248575" y="798991"/>
                  <a:pt x="248575" y="798991"/>
                </a:cubicBezTo>
                <a:cubicBezTo>
                  <a:pt x="251803" y="808676"/>
                  <a:pt x="257184" y="854409"/>
                  <a:pt x="284086" y="816746"/>
                </a:cubicBezTo>
                <a:cubicBezTo>
                  <a:pt x="294964" y="801516"/>
                  <a:pt x="298170" y="781832"/>
                  <a:pt x="301841" y="763480"/>
                </a:cubicBezTo>
                <a:cubicBezTo>
                  <a:pt x="306907" y="738153"/>
                  <a:pt x="312077" y="708643"/>
                  <a:pt x="319596" y="683581"/>
                </a:cubicBezTo>
                <a:cubicBezTo>
                  <a:pt x="338288" y="621275"/>
                  <a:pt x="337352" y="650016"/>
                  <a:pt x="337352" y="621437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1801649" y="4385569"/>
            <a:ext cx="4317918" cy="843379"/>
          </a:xfrm>
          <a:custGeom>
            <a:rect b="b" l="l" r="r" t="t"/>
            <a:pathLst>
              <a:path extrusionOk="0" h="843379" w="3666996">
                <a:moveTo>
                  <a:pt x="3666996" y="648070"/>
                </a:moveTo>
                <a:cubicBezTo>
                  <a:pt x="3653619" y="658771"/>
                  <a:pt x="3584683" y="716023"/>
                  <a:pt x="3569341" y="719091"/>
                </a:cubicBezTo>
                <a:lnTo>
                  <a:pt x="3524953" y="727969"/>
                </a:lnTo>
                <a:cubicBezTo>
                  <a:pt x="3473773" y="762088"/>
                  <a:pt x="3523142" y="732550"/>
                  <a:pt x="3471687" y="754602"/>
                </a:cubicBezTo>
                <a:cubicBezTo>
                  <a:pt x="3459523" y="759815"/>
                  <a:pt x="3448269" y="766982"/>
                  <a:pt x="3436176" y="772357"/>
                </a:cubicBezTo>
                <a:cubicBezTo>
                  <a:pt x="3419276" y="779868"/>
                  <a:pt x="3385663" y="793131"/>
                  <a:pt x="3365155" y="798990"/>
                </a:cubicBezTo>
                <a:cubicBezTo>
                  <a:pt x="3317036" y="812738"/>
                  <a:pt x="3334517" y="805118"/>
                  <a:pt x="3276378" y="816746"/>
                </a:cubicBezTo>
                <a:cubicBezTo>
                  <a:pt x="3264414" y="819139"/>
                  <a:pt x="3253062" y="825210"/>
                  <a:pt x="3240868" y="825623"/>
                </a:cubicBezTo>
                <a:cubicBezTo>
                  <a:pt x="3078177" y="831138"/>
                  <a:pt x="2915335" y="830672"/>
                  <a:pt x="2752596" y="834501"/>
                </a:cubicBezTo>
                <a:lnTo>
                  <a:pt x="2486266" y="843379"/>
                </a:lnTo>
                <a:lnTo>
                  <a:pt x="1607376" y="834501"/>
                </a:lnTo>
                <a:cubicBezTo>
                  <a:pt x="1521518" y="833159"/>
                  <a:pt x="1435734" y="828801"/>
                  <a:pt x="1349924" y="825623"/>
                </a:cubicBezTo>
                <a:cubicBezTo>
                  <a:pt x="1111893" y="816807"/>
                  <a:pt x="1181814" y="820111"/>
                  <a:pt x="985939" y="807868"/>
                </a:cubicBezTo>
                <a:cubicBezTo>
                  <a:pt x="971143" y="804909"/>
                  <a:pt x="956604" y="800028"/>
                  <a:pt x="941551" y="798990"/>
                </a:cubicBezTo>
                <a:cubicBezTo>
                  <a:pt x="870636" y="794099"/>
                  <a:pt x="799165" y="797686"/>
                  <a:pt x="728487" y="790113"/>
                </a:cubicBezTo>
                <a:cubicBezTo>
                  <a:pt x="711980" y="788344"/>
                  <a:pt x="680973" y="762962"/>
                  <a:pt x="666343" y="754602"/>
                </a:cubicBezTo>
                <a:cubicBezTo>
                  <a:pt x="654853" y="748036"/>
                  <a:pt x="641844" y="744188"/>
                  <a:pt x="630833" y="736847"/>
                </a:cubicBezTo>
                <a:cubicBezTo>
                  <a:pt x="623869" y="732204"/>
                  <a:pt x="619432" y="724538"/>
                  <a:pt x="613077" y="719091"/>
                </a:cubicBezTo>
                <a:cubicBezTo>
                  <a:pt x="603936" y="711256"/>
                  <a:pt x="559915" y="674755"/>
                  <a:pt x="542056" y="665825"/>
                </a:cubicBezTo>
                <a:cubicBezTo>
                  <a:pt x="527803" y="658698"/>
                  <a:pt x="511658" y="655701"/>
                  <a:pt x="497668" y="648070"/>
                </a:cubicBezTo>
                <a:cubicBezTo>
                  <a:pt x="478934" y="637852"/>
                  <a:pt x="463055" y="622922"/>
                  <a:pt x="444401" y="612559"/>
                </a:cubicBezTo>
                <a:cubicBezTo>
                  <a:pt x="436221" y="608014"/>
                  <a:pt x="426369" y="607367"/>
                  <a:pt x="417768" y="603681"/>
                </a:cubicBezTo>
                <a:cubicBezTo>
                  <a:pt x="405604" y="598468"/>
                  <a:pt x="393748" y="592492"/>
                  <a:pt x="382258" y="585926"/>
                </a:cubicBezTo>
                <a:cubicBezTo>
                  <a:pt x="361336" y="573970"/>
                  <a:pt x="339169" y="555149"/>
                  <a:pt x="320114" y="541538"/>
                </a:cubicBezTo>
                <a:cubicBezTo>
                  <a:pt x="311432" y="535336"/>
                  <a:pt x="301456" y="530871"/>
                  <a:pt x="293481" y="523782"/>
                </a:cubicBezTo>
                <a:cubicBezTo>
                  <a:pt x="274714" y="507100"/>
                  <a:pt x="257970" y="488271"/>
                  <a:pt x="240215" y="470516"/>
                </a:cubicBezTo>
                <a:cubicBezTo>
                  <a:pt x="228378" y="458679"/>
                  <a:pt x="217564" y="445723"/>
                  <a:pt x="204704" y="435006"/>
                </a:cubicBezTo>
                <a:cubicBezTo>
                  <a:pt x="181350" y="415544"/>
                  <a:pt x="146293" y="389053"/>
                  <a:pt x="124805" y="363984"/>
                </a:cubicBezTo>
                <a:cubicBezTo>
                  <a:pt x="88431" y="321548"/>
                  <a:pt x="106400" y="338434"/>
                  <a:pt x="80417" y="292963"/>
                </a:cubicBezTo>
                <a:cubicBezTo>
                  <a:pt x="75124" y="283699"/>
                  <a:pt x="66995" y="276080"/>
                  <a:pt x="62662" y="266330"/>
                </a:cubicBezTo>
                <a:cubicBezTo>
                  <a:pt x="55061" y="249227"/>
                  <a:pt x="50824" y="230819"/>
                  <a:pt x="44906" y="213064"/>
                </a:cubicBezTo>
                <a:lnTo>
                  <a:pt x="36029" y="186431"/>
                </a:lnTo>
                <a:cubicBezTo>
                  <a:pt x="33070" y="177553"/>
                  <a:pt x="28825" y="169005"/>
                  <a:pt x="27151" y="159798"/>
                </a:cubicBezTo>
                <a:cubicBezTo>
                  <a:pt x="21233" y="127247"/>
                  <a:pt x="16328" y="94495"/>
                  <a:pt x="9396" y="62144"/>
                </a:cubicBezTo>
                <a:cubicBezTo>
                  <a:pt x="-3225" y="3245"/>
                  <a:pt x="518" y="71479"/>
                  <a:pt x="518" y="0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 rot="6925886">
            <a:off x="1628328" y="4402922"/>
            <a:ext cx="301841" cy="204283"/>
          </a:xfrm>
          <a:custGeom>
            <a:rect b="b" l="l" r="r" t="t"/>
            <a:pathLst>
              <a:path extrusionOk="0" h="204283" w="301841">
                <a:moveTo>
                  <a:pt x="115410" y="0"/>
                </a:moveTo>
                <a:cubicBezTo>
                  <a:pt x="106532" y="14796"/>
                  <a:pt x="95917" y="28680"/>
                  <a:pt x="88777" y="44388"/>
                </a:cubicBezTo>
                <a:cubicBezTo>
                  <a:pt x="81032" y="61426"/>
                  <a:pt x="84255" y="84420"/>
                  <a:pt x="71021" y="97654"/>
                </a:cubicBezTo>
                <a:cubicBezTo>
                  <a:pt x="20016" y="148660"/>
                  <a:pt x="46484" y="135426"/>
                  <a:pt x="0" y="150920"/>
                </a:cubicBezTo>
                <a:cubicBezTo>
                  <a:pt x="11837" y="153879"/>
                  <a:pt x="23547" y="157405"/>
                  <a:pt x="35511" y="159798"/>
                </a:cubicBezTo>
                <a:cubicBezTo>
                  <a:pt x="53162" y="163328"/>
                  <a:pt x="71205" y="164771"/>
                  <a:pt x="88777" y="168676"/>
                </a:cubicBezTo>
                <a:cubicBezTo>
                  <a:pt x="97912" y="170706"/>
                  <a:pt x="106275" y="175523"/>
                  <a:pt x="115410" y="177553"/>
                </a:cubicBezTo>
                <a:cubicBezTo>
                  <a:pt x="132982" y="181458"/>
                  <a:pt x="151025" y="182901"/>
                  <a:pt x="168676" y="186431"/>
                </a:cubicBezTo>
                <a:cubicBezTo>
                  <a:pt x="180640" y="188824"/>
                  <a:pt x="192182" y="193126"/>
                  <a:pt x="204186" y="195309"/>
                </a:cubicBezTo>
                <a:cubicBezTo>
                  <a:pt x="262217" y="205860"/>
                  <a:pt x="254361" y="204186"/>
                  <a:pt x="301841" y="204186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281561" y="4368802"/>
            <a:ext cx="443884" cy="222979"/>
          </a:xfrm>
          <a:custGeom>
            <a:rect b="b" l="l" r="r" t="t"/>
            <a:pathLst>
              <a:path extrusionOk="0" h="222979" w="443884">
                <a:moveTo>
                  <a:pt x="0" y="0"/>
                </a:moveTo>
                <a:cubicBezTo>
                  <a:pt x="14796" y="11837"/>
                  <a:pt x="29230" y="24142"/>
                  <a:pt x="44389" y="35511"/>
                </a:cubicBezTo>
                <a:cubicBezTo>
                  <a:pt x="52925" y="41913"/>
                  <a:pt x="62691" y="46601"/>
                  <a:pt x="71022" y="53266"/>
                </a:cubicBezTo>
                <a:cubicBezTo>
                  <a:pt x="105840" y="81121"/>
                  <a:pt x="69157" y="64483"/>
                  <a:pt x="115410" y="79899"/>
                </a:cubicBezTo>
                <a:cubicBezTo>
                  <a:pt x="121328" y="88777"/>
                  <a:pt x="125621" y="98987"/>
                  <a:pt x="133165" y="106532"/>
                </a:cubicBezTo>
                <a:cubicBezTo>
                  <a:pt x="150376" y="123743"/>
                  <a:pt x="164768" y="125945"/>
                  <a:pt x="186431" y="133165"/>
                </a:cubicBezTo>
                <a:cubicBezTo>
                  <a:pt x="202946" y="149680"/>
                  <a:pt x="208421" y="157476"/>
                  <a:pt x="230820" y="168676"/>
                </a:cubicBezTo>
                <a:cubicBezTo>
                  <a:pt x="239190" y="172861"/>
                  <a:pt x="249083" y="173369"/>
                  <a:pt x="257453" y="177554"/>
                </a:cubicBezTo>
                <a:cubicBezTo>
                  <a:pt x="266996" y="182326"/>
                  <a:pt x="274279" y="191106"/>
                  <a:pt x="284086" y="195309"/>
                </a:cubicBezTo>
                <a:cubicBezTo>
                  <a:pt x="295300" y="200115"/>
                  <a:pt x="307910" y="200681"/>
                  <a:pt x="319596" y="204187"/>
                </a:cubicBezTo>
                <a:cubicBezTo>
                  <a:pt x="403733" y="229428"/>
                  <a:pt x="343506" y="221942"/>
                  <a:pt x="443884" y="221942"/>
                </a:cubicBezTo>
              </a:path>
            </a:pathLst>
          </a:custGeom>
          <a:noFill/>
          <a:ln cap="flat" cmpd="sng" w="2857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3703975" y="2307238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3999389" y="2093061"/>
            <a:ext cx="11457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Credenciales google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3745795" y="3247561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4000533" y="2895143"/>
            <a:ext cx="11457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 de google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3890938" y="4064271"/>
            <a:ext cx="12234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sesión en nuestra App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3528286" y="4148140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355081" y="3926266"/>
            <a:ext cx="12234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Token de Google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5584218" y="3582776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7372922" y="3508899"/>
            <a:ext cx="12234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Válido?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Datos de usuario Google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7010270" y="3592768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3745795" y="5298868"/>
            <a:ext cx="12234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de usuario y token de nuestra App</a:t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3383143" y="5382737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6562251" y="4969772"/>
            <a:ext cx="21705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usuario no existe?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Guardar en Base de datos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6288652" y="5130449"/>
            <a:ext cx="312738" cy="31273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9">
            <a:alphaModFix/>
          </a:blip>
          <a:srcRect b="9377" l="30730" r="37947" t="58990"/>
          <a:stretch/>
        </p:blipFill>
        <p:spPr>
          <a:xfrm>
            <a:off x="2281561" y="2831236"/>
            <a:ext cx="859862" cy="488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2" name="Google Shape;152;g3ec5b1ffbca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ec5b1ffbca_0_0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Pasos para Incorporar Google Sign-In</a:t>
            </a:r>
            <a:endParaRPr/>
          </a:p>
        </p:txBody>
      </p:sp>
      <p:cxnSp>
        <p:nvCxnSpPr>
          <p:cNvPr id="154" name="Google Shape;154;g3ec5b1ffbca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g3ec5b1ffbca_0_0"/>
          <p:cNvSpPr/>
          <p:nvPr/>
        </p:nvSpPr>
        <p:spPr>
          <a:xfrm>
            <a:off x="627025" y="1164625"/>
            <a:ext cx="704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Guía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CL" sz="16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https://developers.google.com/identity/sign-in/web/sign-in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ec5b1ffbca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57" name="Google Shape;157;g3ec5b1ffbc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2458" y="1839767"/>
            <a:ext cx="6652767" cy="430187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g3ec5b1ffbca_0_0"/>
          <p:cNvSpPr/>
          <p:nvPr/>
        </p:nvSpPr>
        <p:spPr>
          <a:xfrm>
            <a:off x="2718105" y="5903513"/>
            <a:ext cx="1298400" cy="27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3" name="Google Shape;163;g3ec5b1ffbca_0_4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ec5b1ffbca_0_46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Pasos para Incorporar Google Sign-In</a:t>
            </a:r>
            <a:endParaRPr/>
          </a:p>
        </p:txBody>
      </p:sp>
      <p:cxnSp>
        <p:nvCxnSpPr>
          <p:cNvPr id="165" name="Google Shape;165;g3ec5b1ffbca_0_4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g3ec5b1ffbca_0_4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7" name="Google Shape;167;g3ec5b1ffbca_0_46"/>
          <p:cNvSpPr/>
          <p:nvPr/>
        </p:nvSpPr>
        <p:spPr>
          <a:xfrm>
            <a:off x="627050" y="1164624"/>
            <a:ext cx="8105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el proyecto de Google Cloud, generado para obtener el ApiKey para Google Maps, vamos a generar el ID de Cliente de OAuth.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c5b1ffbca_0_46"/>
          <p:cNvSpPr/>
          <p:nvPr/>
        </p:nvSpPr>
        <p:spPr>
          <a:xfrm>
            <a:off x="627050" y="1958124"/>
            <a:ext cx="8105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Ingresamos a la consola de google → menú de navegación (superior izquierda) → APIs y Servicios → Credenciales.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ec5b1ffbca_0_46" title="Captura de pantalla 2026-06-19 a la(s) 11.53.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38" y="2775924"/>
            <a:ext cx="7956122" cy="36090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" name="Google Shape;170;g3ec5b1ffbca_0_46"/>
          <p:cNvSpPr/>
          <p:nvPr/>
        </p:nvSpPr>
        <p:spPr>
          <a:xfrm>
            <a:off x="611725" y="2769400"/>
            <a:ext cx="1076100" cy="20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c5b1ffbca_0_46"/>
          <p:cNvSpPr/>
          <p:nvPr/>
        </p:nvSpPr>
        <p:spPr>
          <a:xfrm>
            <a:off x="611725" y="4565225"/>
            <a:ext cx="1076100" cy="20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c5b1ffbca_0_46"/>
          <p:cNvSpPr/>
          <p:nvPr/>
        </p:nvSpPr>
        <p:spPr>
          <a:xfrm>
            <a:off x="1687825" y="4895275"/>
            <a:ext cx="986100" cy="141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7" name="Google Shape;177;g3ec5b1ffbca_0_3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ec5b1ffbca_0_39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Pasos para Incorporar Google Sign-In</a:t>
            </a:r>
            <a:endParaRPr/>
          </a:p>
        </p:txBody>
      </p:sp>
      <p:cxnSp>
        <p:nvCxnSpPr>
          <p:cNvPr id="179" name="Google Shape;179;g3ec5b1ffbca_0_3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g3ec5b1ffbca_0_3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1" name="Google Shape;181;g3ec5b1ffbca_0_39"/>
          <p:cNvSpPr/>
          <p:nvPr/>
        </p:nvSpPr>
        <p:spPr>
          <a:xfrm>
            <a:off x="627050" y="1164625"/>
            <a:ext cx="810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la opción Crear Credenciales → ID de Cliente OAuth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ec5b1ffbca_0_39" title="Captura de pantalla 2026-06-19 a la(s) 11.56.06.png"/>
          <p:cNvPicPr preferRelativeResize="0"/>
          <p:nvPr/>
        </p:nvPicPr>
        <p:blipFill rotWithShape="1">
          <a:blip r:embed="rId4">
            <a:alphaModFix/>
          </a:blip>
          <a:srcRect b="0" l="0" r="38310" t="0"/>
          <a:stretch/>
        </p:blipFill>
        <p:spPr>
          <a:xfrm>
            <a:off x="589338" y="1778050"/>
            <a:ext cx="7965327" cy="4129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g3ec5b1ffbca_0_39"/>
          <p:cNvSpPr/>
          <p:nvPr/>
        </p:nvSpPr>
        <p:spPr>
          <a:xfrm>
            <a:off x="3435317" y="2878525"/>
            <a:ext cx="3200700" cy="43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ec5b1ffbca_0_39"/>
          <p:cNvSpPr/>
          <p:nvPr/>
        </p:nvSpPr>
        <p:spPr>
          <a:xfrm>
            <a:off x="3369350" y="2107050"/>
            <a:ext cx="1267800" cy="26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9" name="Google Shape;189;g3ec5b1ffbca_0_3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ec5b1ffbca_0_32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Pasos para Incorporar Google Sign-In</a:t>
            </a:r>
            <a:endParaRPr/>
          </a:p>
        </p:txBody>
      </p:sp>
      <p:cxnSp>
        <p:nvCxnSpPr>
          <p:cNvPr id="191" name="Google Shape;191;g3ec5b1ffbca_0_3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g3ec5b1ffbca_0_3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3" name="Google Shape;193;g3ec5b1ffbca_0_32"/>
          <p:cNvSpPr/>
          <p:nvPr/>
        </p:nvSpPr>
        <p:spPr>
          <a:xfrm>
            <a:off x="627050" y="1164625"/>
            <a:ext cx="8105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Tipo de aplicación seleccionamos Aplicación web, agregamos un nombre al ID que vamos a generar y en la sección de URI ponemos nuestra URI </a:t>
            </a:r>
            <a:r>
              <a:rPr lang="es-CL" sz="1800" u="sng">
                <a:solidFill>
                  <a:schemeClr val="hlink"/>
                </a:solidFill>
                <a:hlinkClick r:id="rId4"/>
              </a:rPr>
              <a:t>http://localhost:</a:t>
            </a:r>
            <a:r>
              <a:rPr lang="es-CL" sz="1800">
                <a:solidFill>
                  <a:schemeClr val="dk1"/>
                </a:solidFill>
              </a:rPr>
              <a:t>4200.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ec5b1ffbca_0_32" title="Captura de pantalla 2026-06-19 a la(s) 12.06.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700" y="2266800"/>
            <a:ext cx="8068608" cy="40737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g3ec5b1ffbca_0_32"/>
          <p:cNvSpPr/>
          <p:nvPr/>
        </p:nvSpPr>
        <p:spPr>
          <a:xfrm>
            <a:off x="1668425" y="3241383"/>
            <a:ext cx="2106900" cy="19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c5b1ffbca_0_32"/>
          <p:cNvSpPr/>
          <p:nvPr/>
        </p:nvSpPr>
        <p:spPr>
          <a:xfrm>
            <a:off x="1668425" y="3482608"/>
            <a:ext cx="2106900" cy="19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ec5b1ffbca_0_32"/>
          <p:cNvSpPr/>
          <p:nvPr/>
        </p:nvSpPr>
        <p:spPr>
          <a:xfrm>
            <a:off x="1668425" y="4692142"/>
            <a:ext cx="2106900" cy="19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ec5b1ffbca_0_32"/>
          <p:cNvSpPr/>
          <p:nvPr/>
        </p:nvSpPr>
        <p:spPr>
          <a:xfrm>
            <a:off x="1668425" y="6088225"/>
            <a:ext cx="712200" cy="19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3" name="Google Shape;203;g3ec5b1ffbca_0_2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ec5b1ffbca_0_25"/>
          <p:cNvSpPr txBox="1"/>
          <p:nvPr/>
        </p:nvSpPr>
        <p:spPr>
          <a:xfrm>
            <a:off x="1144588" y="185738"/>
            <a:ext cx="665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Pasos para Incorporar Google Sign-In</a:t>
            </a:r>
            <a:endParaRPr/>
          </a:p>
        </p:txBody>
      </p:sp>
      <p:cxnSp>
        <p:nvCxnSpPr>
          <p:cNvPr id="205" name="Google Shape;205;g3ec5b1ffbca_0_2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g3ec5b1ffbca_0_2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7" name="Google Shape;207;g3ec5b1ffbca_0_25"/>
          <p:cNvSpPr/>
          <p:nvPr/>
        </p:nvSpPr>
        <p:spPr>
          <a:xfrm>
            <a:off x="627050" y="1164625"/>
            <a:ext cx="810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Guardamos nuestro ID de Cliente, nuestro secreto del cliente y descargamos el json.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ec5b1ffbca_0_25" title="Captura de pantalla 2026-06-19 a la(s) 12.11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8825" y="1920175"/>
            <a:ext cx="4004341" cy="45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c5b1ffbca_0_25"/>
          <p:cNvSpPr/>
          <p:nvPr/>
        </p:nvSpPr>
        <p:spPr>
          <a:xfrm>
            <a:off x="3107525" y="5293325"/>
            <a:ext cx="925500" cy="240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5b1ffbca_0_25"/>
          <p:cNvSpPr/>
          <p:nvPr/>
        </p:nvSpPr>
        <p:spPr>
          <a:xfrm>
            <a:off x="3107525" y="4690625"/>
            <a:ext cx="2684400" cy="312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ec5b1ffbca_0_25"/>
          <p:cNvSpPr/>
          <p:nvPr/>
        </p:nvSpPr>
        <p:spPr>
          <a:xfrm>
            <a:off x="3107525" y="3448325"/>
            <a:ext cx="2684400" cy="4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519161" y="185400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https://developers.google.com/identity/gsi/web/guides/verify-google-id-token?hl=es-419</a:t>
            </a:r>
            <a:r>
              <a:rPr lang="es-CL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217" name="Google Shape;217;p1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 txBox="1"/>
          <p:nvPr/>
        </p:nvSpPr>
        <p:spPr>
          <a:xfrm>
            <a:off x="1144588" y="185738"/>
            <a:ext cx="51395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Backend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sitio de Google ofrece información para realizar la validación del token de Google en diferentes plataformas.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627061" y="524340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Instalamos la librería de Google para validación en el backend: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1002381" y="5637887"/>
            <a:ext cx="53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install google-auth-library --save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4" name="Google Shape;224;p11" title="Captura de pantalla 2026-06-19 a la(s) 12.49.04.png"/>
          <p:cNvPicPr preferRelativeResize="0"/>
          <p:nvPr/>
        </p:nvPicPr>
        <p:blipFill rotWithShape="1">
          <a:blip r:embed="rId5">
            <a:alphaModFix/>
          </a:blip>
          <a:srcRect b="0" l="0" r="3326" t="0"/>
          <a:stretch/>
        </p:blipFill>
        <p:spPr>
          <a:xfrm>
            <a:off x="318725" y="2354245"/>
            <a:ext cx="8506552" cy="2736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11"/>
          <p:cNvSpPr/>
          <p:nvPr/>
        </p:nvSpPr>
        <p:spPr>
          <a:xfrm>
            <a:off x="1144600" y="3368350"/>
            <a:ext cx="578700" cy="4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2" title="Captura de pantalla 2026-06-19 a la(s) 14.50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63" y="2428650"/>
            <a:ext cx="8270276" cy="3700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1" name="Google Shape;231;p12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 txBox="1"/>
          <p:nvPr/>
        </p:nvSpPr>
        <p:spPr>
          <a:xfrm>
            <a:off x="1144588" y="185738"/>
            <a:ext cx="54377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Backend...</a:t>
            </a:r>
            <a:endParaRPr/>
          </a:p>
        </p:txBody>
      </p:sp>
      <p:cxnSp>
        <p:nvCxnSpPr>
          <p:cNvPr id="233" name="Google Shape;233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una nuev</a:t>
            </a:r>
            <a:r>
              <a:rPr lang="es-CL" sz="1800">
                <a:solidFill>
                  <a:schemeClr val="dk1"/>
                </a:solidFill>
              </a:rPr>
              <a:t>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operación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llamad</a:t>
            </a:r>
            <a:r>
              <a:rPr lang="es-CL" sz="1800">
                <a:solidFill>
                  <a:schemeClr val="dk1"/>
                </a:solidFill>
              </a:rPr>
              <a:t>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/google-login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la validación.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662456" y="1827434"/>
            <a:ext cx="13389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686960" y="2049188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5715825" y="2605750"/>
            <a:ext cx="2972100" cy="525600"/>
          </a:xfrm>
          <a:prstGeom prst="wedgeRoundRectCallout">
            <a:avLst>
              <a:gd fmla="val -65670" name="adj1"/>
              <a:gd fmla="val 13670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Agregar aquí </a:t>
            </a:r>
            <a:r>
              <a:rPr lang="es-CL">
                <a:solidFill>
                  <a:srgbClr val="C00000"/>
                </a:solidFill>
              </a:rPr>
              <a:t>la variable que representa el ID Cliente de Google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5187954" y="3401996"/>
            <a:ext cx="2627100" cy="525600"/>
          </a:xfrm>
          <a:prstGeom prst="wedgeRoundRectCallout">
            <a:avLst>
              <a:gd fmla="val -16738" name="adj1"/>
              <a:gd fmla="val 103062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Comprobamos que el token de Google es válido.</a:t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015111" y="4878241"/>
            <a:ext cx="2627100" cy="525600"/>
          </a:xfrm>
          <a:prstGeom prst="wedgeRoundRectCallout">
            <a:avLst>
              <a:gd fmla="val -31607" name="adj1"/>
              <a:gd fmla="val -9457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Buscar el email en nuestra base de datos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2690300" y="2661575"/>
            <a:ext cx="2577600" cy="28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004700" y="4198234"/>
            <a:ext cx="3350700" cy="193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027125" y="4421709"/>
            <a:ext cx="7660800" cy="193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2" title="Captura de pantalla 2026-06-19 a la(s) 13.18.02.png"/>
          <p:cNvPicPr preferRelativeResize="0"/>
          <p:nvPr/>
        </p:nvPicPr>
        <p:blipFill rotWithShape="1">
          <a:blip r:embed="rId5">
            <a:alphaModFix/>
          </a:blip>
          <a:srcRect b="18540" l="0" r="0" t="0"/>
          <a:stretch/>
        </p:blipFill>
        <p:spPr>
          <a:xfrm>
            <a:off x="3858325" y="1536824"/>
            <a:ext cx="5036899" cy="9594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3" title="Captura de pantalla 2026-06-19 a la(s) 13.17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50" y="1476270"/>
            <a:ext cx="8687089" cy="4693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50" name="Google Shape;250;p1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/>
        </p:nvSpPr>
        <p:spPr>
          <a:xfrm>
            <a:off x="1144588" y="185738"/>
            <a:ext cx="54986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Backend…</a:t>
            </a:r>
            <a:endParaRPr/>
          </a:p>
        </p:txBody>
      </p:sp>
      <p:cxnSp>
        <p:nvCxnSpPr>
          <p:cNvPr id="252" name="Google Shape;252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662456" y="1042239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 (continuación)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6355625" y="1199251"/>
            <a:ext cx="2142000" cy="461400"/>
          </a:xfrm>
          <a:prstGeom prst="wedgeRoundRectCallout">
            <a:avLst>
              <a:gd fmla="val -80461" name="adj1"/>
              <a:gd fmla="val 3856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Validar s</a:t>
            </a: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 el email no existe</a:t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6643200" y="3513446"/>
            <a:ext cx="2142000" cy="626100"/>
          </a:xfrm>
          <a:prstGeom prst="wedgeRoundRectCallout">
            <a:avLst>
              <a:gd fmla="val -99692" name="adj1"/>
              <a:gd fmla="val -60238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C</a:t>
            </a: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rear un usuario en la base de datos.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375550" y="1476275"/>
            <a:ext cx="4345500" cy="28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1634550" y="3094450"/>
            <a:ext cx="7044600" cy="28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4" title="Captura de pantalla 2026-06-19 a la(s) 13.24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038" y="1386875"/>
            <a:ext cx="8159925" cy="4947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64" name="Google Shape;264;p1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4"/>
          <p:cNvSpPr txBox="1"/>
          <p:nvPr/>
        </p:nvSpPr>
        <p:spPr>
          <a:xfrm>
            <a:off x="1144588" y="185738"/>
            <a:ext cx="54986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Backend…</a:t>
            </a:r>
            <a:endParaRPr/>
          </a:p>
        </p:txBody>
      </p:sp>
      <p:cxnSp>
        <p:nvCxnSpPr>
          <p:cNvPr id="266" name="Google Shape;266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662456" y="1042239"/>
            <a:ext cx="2073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 (continuación)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5846200" y="1431274"/>
            <a:ext cx="2627100" cy="372000"/>
          </a:xfrm>
          <a:prstGeom prst="wedgeRoundRectCallout">
            <a:avLst>
              <a:gd fmla="val -62022" name="adj1"/>
              <a:gd fmla="val -16870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 usuario ya existe</a:t>
            </a:r>
            <a:r>
              <a:rPr lang="es-CL">
                <a:solidFill>
                  <a:srgbClr val="C00000"/>
                </a:solidFill>
              </a:rPr>
              <a:t>.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4204806" y="3089441"/>
            <a:ext cx="2627100" cy="525600"/>
          </a:xfrm>
          <a:prstGeom prst="wedgeRoundRectCallout">
            <a:avLst>
              <a:gd fmla="val -20793" name="adj1"/>
              <a:gd fmla="val -10639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Generar el token JWT de nuestra aplicación.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3740904" y="4341518"/>
            <a:ext cx="2627100" cy="525600"/>
          </a:xfrm>
          <a:prstGeom prst="wedgeRoundRectCallout">
            <a:avLst>
              <a:gd fmla="val -81823" name="adj1"/>
              <a:gd fmla="val -10658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El token de Google no es correcto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1721150" y="1404625"/>
            <a:ext cx="3768900" cy="638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1721150" y="2525600"/>
            <a:ext cx="6593700" cy="26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1027125" y="4397300"/>
            <a:ext cx="1771200" cy="22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5"/>
          <p:cNvSpPr txBox="1"/>
          <p:nvPr/>
        </p:nvSpPr>
        <p:spPr>
          <a:xfrm>
            <a:off x="1144588" y="185738"/>
            <a:ext cx="54986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Backend…</a:t>
            </a:r>
            <a:endParaRPr/>
          </a:p>
        </p:txBody>
      </p:sp>
      <p:cxnSp>
        <p:nvCxnSpPr>
          <p:cNvPr id="281" name="Google Shape;281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" name="Google Shape;282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887995" y="1604317"/>
            <a:ext cx="13389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912499" y="182607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L" sz="1800">
                <a:solidFill>
                  <a:schemeClr val="dk1"/>
                </a:solidFill>
              </a:rPr>
              <a:t>la verificación del token de google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5" title="Captura de pantalla 2026-06-19 a la(s) 13.17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397" y="2064494"/>
            <a:ext cx="6637185" cy="4320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/>
          <p:nvPr/>
        </p:nvSpPr>
        <p:spPr>
          <a:xfrm>
            <a:off x="1634550" y="2428200"/>
            <a:ext cx="4699200" cy="28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2" name="Google Shape;292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6"/>
          <p:cNvSpPr txBox="1"/>
          <p:nvPr/>
        </p:nvSpPr>
        <p:spPr>
          <a:xfrm>
            <a:off x="1144588" y="185738"/>
            <a:ext cx="52966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Frontend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la librería </a:t>
            </a:r>
            <a:r>
              <a:rPr lang="es-CL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@abacritt/</a:t>
            </a:r>
            <a:r>
              <a:rPr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angularx-social-login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900147" y="2833695"/>
            <a:ext cx="73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install --save </a:t>
            </a: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@abacritt/angularx-social-login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2878225" y="2348800"/>
            <a:ext cx="597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https://www.npmjs.com/package/@abacritt/angularx-social-login</a:t>
            </a:r>
            <a:r>
              <a:rPr lang="es-C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971181" y="2327418"/>
            <a:ext cx="2262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información: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951305" y="1584044"/>
            <a:ext cx="79046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librería facilita el proceso de validación de credenciales en Google, Facebook y Amazon.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7" title="Captura de pantalla 2026-06-19 a la(s) 14.55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01" y="1533425"/>
            <a:ext cx="8303000" cy="4882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06" name="Google Shape;306;p1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7"/>
          <p:cNvSpPr txBox="1"/>
          <p:nvPr/>
        </p:nvSpPr>
        <p:spPr>
          <a:xfrm>
            <a:off x="1144588" y="185738"/>
            <a:ext cx="5556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Frontend…</a:t>
            </a:r>
            <a:endParaRPr/>
          </a:p>
        </p:txBody>
      </p:sp>
      <p:cxnSp>
        <p:nvCxnSpPr>
          <p:cNvPr id="308" name="Google Shape;308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627062" y="1042239"/>
            <a:ext cx="25373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</a:t>
            </a: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config</a:t>
            </a: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 txBox="1"/>
          <p:nvPr/>
        </p:nvSpPr>
        <p:spPr>
          <a:xfrm>
            <a:off x="627062" y="122369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528325" y="1605175"/>
            <a:ext cx="6507300" cy="369300"/>
          </a:xfrm>
          <a:prstGeom prst="rect">
            <a:avLst/>
          </a:prstGeom>
          <a:solidFill>
            <a:srgbClr val="F4B081">
              <a:alpha val="10196"/>
            </a:srgbClr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674725" y="3014425"/>
            <a:ext cx="7986600" cy="3106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722771" y="3993118"/>
            <a:ext cx="1832100" cy="525600"/>
          </a:xfrm>
          <a:prstGeom prst="wedgeRoundRectCallout">
            <a:avLst>
              <a:gd fmla="val -20614" name="adj1"/>
              <a:gd fmla="val 104751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Pegar aquí tu GOOGLE_ID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8" title="Captura de pantalla 2026-06-19 a la(s) 14.57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75" y="2359324"/>
            <a:ext cx="8260648" cy="166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20" name="Google Shape;320;p1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8"/>
          <p:cNvSpPr txBox="1"/>
          <p:nvPr/>
        </p:nvSpPr>
        <p:spPr>
          <a:xfrm>
            <a:off x="1144588" y="185738"/>
            <a:ext cx="5556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Frontend…</a:t>
            </a:r>
            <a:endParaRPr/>
          </a:p>
        </p:txBody>
      </p:sp>
      <p:cxnSp>
        <p:nvCxnSpPr>
          <p:cNvPr id="322" name="Google Shape;322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3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 botón y la función que se disparará al hacer clic.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627062" y="1713646"/>
            <a:ext cx="25373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login.html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654652" y="1989985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654652" y="357563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826225" y="3557650"/>
            <a:ext cx="7719600" cy="202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18" title="Captura de pantalla 2026-06-19 a la(s) 14.58.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4325" y="4218675"/>
            <a:ext cx="2656880" cy="8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9" title="Captura de pantalla 2026-06-19 a la(s) 14.59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58" y="2274250"/>
            <a:ext cx="7763073" cy="42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35" name="Google Shape;335;p1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1144588" y="185738"/>
            <a:ext cx="5556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Frontend…</a:t>
            </a:r>
            <a:endParaRPr/>
          </a:p>
        </p:txBody>
      </p:sp>
      <p:cxnSp>
        <p:nvCxnSpPr>
          <p:cNvPr id="337" name="Google Shape;337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8" name="Google Shape;338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4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Inyectar el servicio de la librería para autentificar un usuario.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627062" y="1774845"/>
            <a:ext cx="25373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627052" y="1904960"/>
            <a:ext cx="4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1042550" y="4631750"/>
            <a:ext cx="5462700" cy="1413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817975" y="3931875"/>
            <a:ext cx="5462700" cy="2076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690456" y="2478300"/>
            <a:ext cx="7713300" cy="269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6770141" y="3691726"/>
            <a:ext cx="1832100" cy="525600"/>
          </a:xfrm>
          <a:prstGeom prst="wedgeRoundRectCallout">
            <a:avLst>
              <a:gd fmla="val -75751" name="adj1"/>
              <a:gd fmla="val 149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Inyectar el servicio de la librería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6966975" y="4868125"/>
            <a:ext cx="1832100" cy="897000"/>
          </a:xfrm>
          <a:prstGeom prst="wedgeRoundRectCallout">
            <a:avLst>
              <a:gd fmla="val -75751" name="adj1"/>
              <a:gd fmla="val 149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C00000"/>
                </a:solidFill>
              </a:rPr>
              <a:t>Se ejecuta al hacer click en el botón de Google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1" title="Captura de pantalla 2026-06-19 a la(s) 13.4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213" y="2201100"/>
            <a:ext cx="8643574" cy="273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52" name="Google Shape;352;p2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1144588" y="185738"/>
            <a:ext cx="5556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Implementación del Frontend…</a:t>
            </a:r>
            <a:endParaRPr/>
          </a:p>
        </p:txBody>
      </p:sp>
      <p:cxnSp>
        <p:nvCxnSpPr>
          <p:cNvPr id="354" name="Google Shape;354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2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6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servicio de nuestra aplicación que realizará el logueo.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349269" y="1713646"/>
            <a:ext cx="25373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login.service.ts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376859" y="1989985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349200" y="2255949"/>
            <a:ext cx="8445600" cy="26388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4" name="Google Shape;364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2"/>
          <p:cNvSpPr txBox="1"/>
          <p:nvPr/>
        </p:nvSpPr>
        <p:spPr>
          <a:xfrm>
            <a:off x="1144588" y="185738"/>
            <a:ext cx="4997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Proceso Funcionando</a:t>
            </a:r>
            <a:endParaRPr/>
          </a:p>
        </p:txBody>
      </p:sp>
      <p:cxnSp>
        <p:nvCxnSpPr>
          <p:cNvPr id="366" name="Google Shape;366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7" name="Google Shape;367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puede observar el proceso implementado.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22" title="Captura de pantalla 2026-06-19 a la(s) 15.03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225" y="1686369"/>
            <a:ext cx="7213550" cy="46985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22"/>
          <p:cNvSpPr/>
          <p:nvPr/>
        </p:nvSpPr>
        <p:spPr>
          <a:xfrm>
            <a:off x="5649875" y="2437075"/>
            <a:ext cx="2149800" cy="60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75" name="Google Shape;375;g3ec5b1ffbca_0_6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ec5b1ffbca_0_68"/>
          <p:cNvSpPr txBox="1"/>
          <p:nvPr/>
        </p:nvSpPr>
        <p:spPr>
          <a:xfrm>
            <a:off x="1144588" y="185738"/>
            <a:ext cx="499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Proceso Funcionando</a:t>
            </a:r>
            <a:endParaRPr/>
          </a:p>
        </p:txBody>
      </p:sp>
      <p:cxnSp>
        <p:nvCxnSpPr>
          <p:cNvPr id="377" name="Google Shape;377;g3ec5b1ffbca_0_6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g3ec5b1ffbca_0_6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9" name="Google Shape;379;g3ec5b1ffbca_0_68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puede observar el proceso implementado.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3ec5b1ffbca_0_68" title="Captura de pantalla 2026-06-19 a la(s) 15.04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9363" y="1686337"/>
            <a:ext cx="5045266" cy="46985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5" name="Google Shape;385;g3ec5b1ffbca_0_7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ec5b1ffbca_0_78"/>
          <p:cNvSpPr txBox="1"/>
          <p:nvPr/>
        </p:nvSpPr>
        <p:spPr>
          <a:xfrm>
            <a:off x="1144588" y="185738"/>
            <a:ext cx="499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Proceso Funcionando</a:t>
            </a:r>
            <a:endParaRPr/>
          </a:p>
        </p:txBody>
      </p:sp>
      <p:cxnSp>
        <p:nvCxnSpPr>
          <p:cNvPr id="387" name="Google Shape;387;g3ec5b1ffbca_0_7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" name="Google Shape;388;g3ec5b1ffbca_0_7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89" name="Google Shape;389;g3ec5b1ffbca_0_78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 se puede observar el proceso implementado.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3ec5b1ffbca_0_78" title="Captura de pantalla 2026-06-19 a la(s) 15.05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86337"/>
            <a:ext cx="8839204" cy="324132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5" name="Google Shape;395;g3ec5b1ffbca_0_8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ec5b1ffbca_0_88"/>
          <p:cNvSpPr txBox="1"/>
          <p:nvPr/>
        </p:nvSpPr>
        <p:spPr>
          <a:xfrm>
            <a:off x="1144588" y="185738"/>
            <a:ext cx="499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Siguiente Paso</a:t>
            </a:r>
            <a:endParaRPr/>
          </a:p>
        </p:txBody>
      </p:sp>
      <p:cxnSp>
        <p:nvCxnSpPr>
          <p:cNvPr id="397" name="Google Shape;397;g3ec5b1ffbca_0_8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8" name="Google Shape;398;g3ec5b1ffbca_0_8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99" name="Google Shape;399;g3ec5b1ffbca_0_88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Ajuste el estilo del botón de google con los CSS del componente login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3ec5b1ffbca_0_88" title="Captura de pantalla 2026-06-19 a la(s) 15.03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225" y="1686369"/>
            <a:ext cx="7213550" cy="46985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1" name="Google Shape;401;g3ec5b1ffbca_0_88"/>
          <p:cNvSpPr/>
          <p:nvPr/>
        </p:nvSpPr>
        <p:spPr>
          <a:xfrm>
            <a:off x="5649875" y="2437075"/>
            <a:ext cx="2149800" cy="60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
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086600" cy="8686800"/>
  <p:embeddedFontLst>
    <p:embeddedFont>
      <p:font typeface="Arimo"/>
      <p:regular r:id="rId17"/>
      <p:bold r:id="rId18"/>
      <p:italic r:id="rId19"/>
      <p:boldItalic r:id="rId20"/>
    </p:embeddedFon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Wl6L1bxJPXmARPHPPwbsJBup+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italic.fntdata"/><Relationship Id="rId6" Type="http://schemas.openxmlformats.org/officeDocument/2006/relationships/slide" Target="slides/slide1.xml"/><Relationship Id="rId18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e2a4fbde4_0_14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s-CL"/>
              <a:t>Antes… guardábamos estado – Hoy… derivamos estado</a:t>
            </a:r>
            <a:endParaRPr/>
          </a:p>
        </p:txBody>
      </p:sp>
      <p:sp>
        <p:nvSpPr>
          <p:cNvPr id="230" name="Google Shape;230;g3de2a4fbde4_0_1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2a4fbde4_0_30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de2a4fbde4_0_3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6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257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Ejercicio: Mejorar el Rating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429000" y="3688958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1" r="5906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8003246" y="3123005"/>
            <a:ext cx="9750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★★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21820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38200" y="1279196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nuestra aplicación de ejemplo nos gustaría cambiar el rating para que en vez de mostrarse simples números, se vean imágenes de estrellas: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1858" y="2266219"/>
            <a:ext cx="6324888" cy="340700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2"/>
          <p:cNvSpPr/>
          <p:nvPr/>
        </p:nvSpPr>
        <p:spPr>
          <a:xfrm>
            <a:off x="7108164" y="4128362"/>
            <a:ext cx="604889" cy="142133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002925" y="4515072"/>
            <a:ext cx="6939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★★★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002924" y="5139288"/>
            <a:ext cx="8518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★★★★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693149" y="4591781"/>
            <a:ext cx="305995" cy="1835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693149" y="5203771"/>
            <a:ext cx="305995" cy="1835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" title="Captura de pantalla 2026-04-09 a la(s) 21.19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011725"/>
            <a:ext cx="2763725" cy="3572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1144588" y="185738"/>
            <a:ext cx="50193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el Nuevo Componente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38200" y="1279196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0" lang="es-CL" sz="1800" u="none" cap="none" strike="noStrike">
                <a:solidFill>
                  <a:schemeClr val="dk1"/>
                </a:solidFill>
              </a:rPr>
              <a:t>Creamos un nuevo componente llamado </a:t>
            </a:r>
            <a:r>
              <a:rPr i="1" lang="es-CL" sz="1800" u="none" cap="none" strike="noStrike">
                <a:solidFill>
                  <a:srgbClr val="0033CC"/>
                </a:solidFill>
              </a:rPr>
              <a:t>Star </a:t>
            </a:r>
            <a:r>
              <a:rPr lang="es-CL" sz="1800">
                <a:solidFill>
                  <a:schemeClr val="dk1"/>
                </a:solidFill>
              </a:rPr>
              <a:t>hijo del componente product-list</a:t>
            </a:r>
            <a:r>
              <a:rPr i="0" lang="es-CL" sz="1800" u="none" cap="none" strike="noStrike">
                <a:solidFill>
                  <a:schemeClr val="dk1"/>
                </a:solidFill>
              </a:rPr>
              <a:t>: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715214" y="1881691"/>
            <a:ext cx="50795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g c product/product-list/star</a:t>
            </a:r>
            <a:endParaRPr b="0" i="0" sz="1400" u="none" cap="none" strike="noStrike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723280" y="3167593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055500" y="2620251"/>
            <a:ext cx="2329200" cy="98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" title="Captura de pantalla 2026-04-09 a la(s) 21.20.35.png"/>
          <p:cNvPicPr preferRelativeResize="0"/>
          <p:nvPr/>
        </p:nvPicPr>
        <p:blipFill rotWithShape="1">
          <a:blip r:embed="rId5">
            <a:alphaModFix/>
          </a:blip>
          <a:srcRect b="0" l="0" r="8992" t="7416"/>
          <a:stretch/>
        </p:blipFill>
        <p:spPr>
          <a:xfrm>
            <a:off x="3743200" y="2192095"/>
            <a:ext cx="4119494" cy="5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 title="Captura de pantalla 2026-04-09 a la(s) 21.21.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3200" y="3457575"/>
            <a:ext cx="3744793" cy="207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 title="Captura de pantalla 2026-04-09 a la(s) 21.40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550" y="3996606"/>
            <a:ext cx="2674050" cy="169501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5" title="Captura de pantalla 2026-04-09 a la(s) 21.37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800" y="2045600"/>
            <a:ext cx="4754477" cy="125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p5" title="Captura de pantalla 2026-04-09 a la(s) 21.38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600" y="4006375"/>
            <a:ext cx="4206874" cy="145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144621" y="185750"/>
            <a:ext cx="725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Vista del componente Star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38200" y="1279196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 vista mostraremos 4 estrellas por defecto (solo para comenzar).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70486" y="3675275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star.html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353662" y="4217992"/>
            <a:ext cx="1727400" cy="27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635037" y="3673796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star.css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88612" y="1684003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082050" y="2310225"/>
            <a:ext cx="4458900" cy="75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924823" y="1825199"/>
            <a:ext cx="2563913" cy="624617"/>
          </a:xfrm>
          <a:prstGeom prst="wedgeRectCallout">
            <a:avLst>
              <a:gd fmla="val -139794" name="adj1"/>
              <a:gd fmla="val 4950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Declaramos una variable que almacenará el rating del producto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915532" y="2640233"/>
            <a:ext cx="2563913" cy="624617"/>
          </a:xfrm>
          <a:prstGeom prst="wedgeRectCallout">
            <a:avLst>
              <a:gd fmla="val -66646" name="adj1"/>
              <a:gd fmla="val -277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Declaramos un arreglo con tantas celdas como estrellas tenga un producto.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266726" y="4486275"/>
            <a:ext cx="3550800" cy="70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692603" y="5412166"/>
            <a:ext cx="2563913" cy="737832"/>
          </a:xfrm>
          <a:prstGeom prst="wedgeRectCallout">
            <a:avLst>
              <a:gd fmla="val -30617" name="adj1"/>
              <a:gd fmla="val -9386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Generamos dinámicamente cada estrella ciclando sobre el arreglo creado en la clase.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71005" y="3415332"/>
            <a:ext cx="1985511" cy="624617"/>
          </a:xfrm>
          <a:prstGeom prst="wedgeRectCallout">
            <a:avLst>
              <a:gd fmla="val -55761" name="adj1"/>
              <a:gd fmla="val 8628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Usamos property binding para colocar el rating como título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144588" y="185738"/>
            <a:ext cx="64556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Usar el Componente Hijo en el Padre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38200" y="1279196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ncluir el componente </a:t>
            </a:r>
            <a:r>
              <a:rPr b="0" i="1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Star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las estrellas, como hijo del componente </a:t>
            </a:r>
            <a:r>
              <a:rPr b="0" i="1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144588" y="2007335"/>
            <a:ext cx="27539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product-list.html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327204" y="5938159"/>
            <a:ext cx="1285179" cy="305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4" title="Captura de pantalla 2026-04-09 a la(s) 21.41.48.png"/>
          <p:cNvPicPr preferRelativeResize="0"/>
          <p:nvPr/>
        </p:nvPicPr>
        <p:blipFill rotWithShape="1">
          <a:blip r:embed="rId4">
            <a:alphaModFix/>
          </a:blip>
          <a:srcRect b="2907" l="0" r="3957" t="13572"/>
          <a:stretch/>
        </p:blipFill>
        <p:spPr>
          <a:xfrm>
            <a:off x="1206500" y="2345875"/>
            <a:ext cx="3708399" cy="15808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4"/>
          <p:cNvSpPr/>
          <p:nvPr/>
        </p:nvSpPr>
        <p:spPr>
          <a:xfrm>
            <a:off x="1144563" y="4255160"/>
            <a:ext cx="275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product-list.</a:t>
            </a: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4" title="Captura de pantalla 2026-04-09 a la(s) 21.42.50.png"/>
          <p:cNvPicPr preferRelativeResize="0"/>
          <p:nvPr/>
        </p:nvPicPr>
        <p:blipFill rotWithShape="1">
          <a:blip r:embed="rId5">
            <a:alphaModFix/>
          </a:blip>
          <a:srcRect b="0" l="0" r="0" t="7373"/>
          <a:stretch/>
        </p:blipFill>
        <p:spPr>
          <a:xfrm>
            <a:off x="1206500" y="4584700"/>
            <a:ext cx="335302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/>
          <p:nvPr/>
        </p:nvSpPr>
        <p:spPr>
          <a:xfrm>
            <a:off x="3626980" y="2778045"/>
            <a:ext cx="1985400" cy="624600"/>
          </a:xfrm>
          <a:prstGeom prst="wedgeRectCallout">
            <a:avLst>
              <a:gd fmla="val -55761" name="adj1"/>
              <a:gd fmla="val 8628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Usamos </a:t>
            </a:r>
            <a:r>
              <a:rPr lang="es-CL" sz="1000">
                <a:solidFill>
                  <a:srgbClr val="444444"/>
                </a:solidFill>
              </a:rPr>
              <a:t>la directiva personalizada</a:t>
            </a:r>
            <a:r>
              <a:rPr b="0" i="0" lang="es-CL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452480" y="5020282"/>
            <a:ext cx="1985400" cy="624600"/>
          </a:xfrm>
          <a:prstGeom prst="wedgeRectCallout">
            <a:avLst>
              <a:gd fmla="val -131615" name="adj1"/>
              <a:gd fmla="val 2259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444444"/>
                </a:solidFill>
              </a:rPr>
              <a:t>Agregamos</a:t>
            </a:r>
            <a:r>
              <a:rPr lang="es-CL" sz="1000">
                <a:solidFill>
                  <a:srgbClr val="444444"/>
                </a:solidFill>
              </a:rPr>
              <a:t> el componente Star al componente padre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1144588" y="185738"/>
            <a:ext cx="30331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la Vista…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38200" y="1279196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resultado temporal será la misma cantidad de estrellas (4) para cada producto: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6"/>
          <p:cNvPicPr preferRelativeResize="0"/>
          <p:nvPr/>
        </p:nvPicPr>
        <p:blipFill rotWithShape="1">
          <a:blip r:embed="rId4">
            <a:alphaModFix/>
          </a:blip>
          <a:srcRect b="20410" l="22560" r="19213" t="27959"/>
          <a:stretch/>
        </p:blipFill>
        <p:spPr>
          <a:xfrm>
            <a:off x="796225" y="2103181"/>
            <a:ext cx="7978589" cy="3979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hand icon" id="179" name="Google Shape;1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1174" y="3714506"/>
            <a:ext cx="354626" cy="35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7" title="Captura de pantalla 2026-04-09 a la(s) 21.51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500" y="5373650"/>
            <a:ext cx="4946871" cy="64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 title="Captura de pantalla 2026-04-09 a la(s) 21.51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500" y="3279175"/>
            <a:ext cx="5062295" cy="137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86" name="Google Shape;186;p7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 txBox="1"/>
          <p:nvPr/>
        </p:nvSpPr>
        <p:spPr>
          <a:xfrm>
            <a:off x="1144588" y="185738"/>
            <a:ext cx="66351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Pasar el Rating Desde el Padre al Hijo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38200" y="1279196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pasar datos desde el padre al hijo mediante </a:t>
            </a:r>
            <a:r>
              <a:rPr lang="es-CL" sz="1800">
                <a:solidFill>
                  <a:schemeClr val="dk1"/>
                </a:solidFill>
              </a:rPr>
              <a:t>la propiedad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1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nput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50790" y="1993935"/>
            <a:ext cx="7882047" cy="702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Queremos pasar la puntuación del producto desde la lista hacia el componente de las estrellas: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44588" y="5038818"/>
            <a:ext cx="275422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product-list.html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179776" y="2940632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375300" y="4294275"/>
            <a:ext cx="885300" cy="30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179526" y="5523550"/>
            <a:ext cx="2849700" cy="30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372775" y="3279175"/>
            <a:ext cx="2360100" cy="27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se pasa la propiedad </a:t>
            </a:r>
            <a:r>
              <a:rPr b="0" i="1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starRating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desde el componente </a:t>
            </a:r>
            <a:r>
              <a:rPr b="0" i="1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mediante property binding: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7"/>
          <p:cNvCxnSpPr>
            <a:stCxn id="196" idx="0"/>
            <a:endCxn id="195" idx="2"/>
          </p:cNvCxnSpPr>
          <p:nvPr/>
        </p:nvCxnSpPr>
        <p:spPr>
          <a:xfrm flipH="1" rot="5400000">
            <a:off x="2247176" y="4166350"/>
            <a:ext cx="927900" cy="17865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 txBox="1"/>
          <p:nvPr/>
        </p:nvSpPr>
        <p:spPr>
          <a:xfrm>
            <a:off x="1144588" y="185738"/>
            <a:ext cx="65331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Recalcular el Tamaño de las Estrellas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38200" y="1279196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Escribimos un método para recalcular el tamaño de las estrellas basado en cuántas hay, </a:t>
            </a:r>
            <a:r>
              <a:rPr lang="es-CL" sz="1800">
                <a:solidFill>
                  <a:schemeClr val="dk1"/>
                </a:solidFill>
              </a:rPr>
              <a:t>usando el hook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ngOnChanges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8652" y="3599426"/>
            <a:ext cx="1957674" cy="114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1144588" y="2356058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785402" y="2779925"/>
            <a:ext cx="1264200" cy="575100"/>
          </a:xfrm>
          <a:prstGeom prst="wedgeRectCallout">
            <a:avLst>
              <a:gd fmla="val -21967" name="adj1"/>
              <a:gd fmla="val 8334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Rangos que utilizaremos.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438656" y="4829631"/>
            <a:ext cx="2140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Cambiar rating en datos de productos usando todos los rangos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8" title="Captura de pantalla 2026-04-09 a la(s) 22.11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4600" y="2728822"/>
            <a:ext cx="4696201" cy="30052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402475" y="3599425"/>
            <a:ext cx="4438200" cy="2134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081391" y="4549722"/>
            <a:ext cx="1545900" cy="575100"/>
          </a:xfrm>
          <a:prstGeom prst="wedgeRectCallout">
            <a:avLst>
              <a:gd fmla="val -21967" name="adj1"/>
              <a:gd fmla="val 8334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el arreglo con las estrellas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1144588" y="185738"/>
            <a:ext cx="38121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Vista Final del Rating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838200" y="1279196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resultado final será: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51" y="1960224"/>
            <a:ext cx="8116887" cy="39046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7428204" y="2787897"/>
            <a:ext cx="938134" cy="276751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g3de2a4fbde4_0_14" title="Captura de pantalla 2026-04-09 a la(s) 22.30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600" y="2351850"/>
            <a:ext cx="4224351" cy="397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33" name="Google Shape;233;g3de2a4fbde4_0_14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de2a4fbde4_0_14"/>
          <p:cNvSpPr txBox="1"/>
          <p:nvPr/>
        </p:nvSpPr>
        <p:spPr>
          <a:xfrm>
            <a:off x="1144588" y="185738"/>
            <a:ext cx="653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Recalcular el Tamaño de las Estrellas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g3de2a4fbde4_0_1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g3de2a4fbde4_0_1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de2a4fbde4_0_14"/>
          <p:cNvSpPr/>
          <p:nvPr/>
        </p:nvSpPr>
        <p:spPr>
          <a:xfrm>
            <a:off x="838200" y="1279196"/>
            <a:ext cx="7894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Ahora recalcularemos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automáticamente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las estrellas basado en cuántas hay, sin usar </a:t>
            </a:r>
            <a:r>
              <a:rPr lang="es-CL" sz="1800">
                <a:solidFill>
                  <a:schemeClr val="dk1"/>
                </a:solidFill>
              </a:rPr>
              <a:t>hook, lo haremos </a:t>
            </a:r>
            <a:r>
              <a:rPr lang="es-CL" sz="1800">
                <a:solidFill>
                  <a:schemeClr val="dk1"/>
                </a:solidFill>
              </a:rPr>
              <a:t>usando signals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computed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de2a4fbde4_0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8652" y="3599426"/>
            <a:ext cx="1957674" cy="114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de2a4fbde4_0_14"/>
          <p:cNvSpPr/>
          <p:nvPr/>
        </p:nvSpPr>
        <p:spPr>
          <a:xfrm>
            <a:off x="1144588" y="2013158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de2a4fbde4_0_14"/>
          <p:cNvSpPr/>
          <p:nvPr/>
        </p:nvSpPr>
        <p:spPr>
          <a:xfrm>
            <a:off x="6785402" y="2779925"/>
            <a:ext cx="1264200" cy="575100"/>
          </a:xfrm>
          <a:prstGeom prst="wedgeRectCallout">
            <a:avLst>
              <a:gd fmla="val -21967" name="adj1"/>
              <a:gd fmla="val 8334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Rangos que utilizaremos.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e2a4fbde4_0_14"/>
          <p:cNvSpPr/>
          <p:nvPr/>
        </p:nvSpPr>
        <p:spPr>
          <a:xfrm>
            <a:off x="6438656" y="4829631"/>
            <a:ext cx="2140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Cambiar rating en datos de productos usando todos los rangos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de2a4fbde4_0_14"/>
          <p:cNvSpPr/>
          <p:nvPr/>
        </p:nvSpPr>
        <p:spPr>
          <a:xfrm>
            <a:off x="1358900" y="3429000"/>
            <a:ext cx="4481700" cy="289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e2a4fbde4_0_14"/>
          <p:cNvSpPr/>
          <p:nvPr/>
        </p:nvSpPr>
        <p:spPr>
          <a:xfrm>
            <a:off x="3926400" y="4829625"/>
            <a:ext cx="1763100" cy="866700"/>
          </a:xfrm>
          <a:prstGeom prst="wedgeRectCallout">
            <a:avLst>
              <a:gd fmla="val -140159" name="adj1"/>
              <a:gd fmla="val 5376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Recalcula 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arreglo con las estrellas seg</a:t>
            </a:r>
            <a:r>
              <a:rPr lang="es-CL">
                <a:solidFill>
                  <a:schemeClr val="dk1"/>
                </a:solidFill>
              </a:rPr>
              <a:t>ún su cantidad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e2a4fbde4_0_14"/>
          <p:cNvSpPr/>
          <p:nvPr/>
        </p:nvSpPr>
        <p:spPr>
          <a:xfrm>
            <a:off x="4088150" y="2744363"/>
            <a:ext cx="1763100" cy="646200"/>
          </a:xfrm>
          <a:prstGeom prst="wedgeRectCallout">
            <a:avLst>
              <a:gd fmla="val -151183" name="adj1"/>
              <a:gd fmla="val 6649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Recalcula </a:t>
            </a: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</a:rPr>
              <a:t>las estrellas según el rating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de2a4fbde4_0_14"/>
          <p:cNvSpPr txBox="1"/>
          <p:nvPr/>
        </p:nvSpPr>
        <p:spPr>
          <a:xfrm>
            <a:off x="5883500" y="5683475"/>
            <a:ext cx="32511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</a:rPr>
              <a:t>Ya no guardamos estrellas… las calculamos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0" name="Google Shape;250;g3de2a4fbde4_0_3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de2a4fbde4_0_30"/>
          <p:cNvSpPr txBox="1"/>
          <p:nvPr/>
        </p:nvSpPr>
        <p:spPr>
          <a:xfrm>
            <a:off x="1144588" y="185738"/>
            <a:ext cx="38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Vista Final del Rating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g3de2a4fbde4_0_3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g3de2a4fbde4_0_3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e2a4fbde4_0_30"/>
          <p:cNvSpPr/>
          <p:nvPr/>
        </p:nvSpPr>
        <p:spPr>
          <a:xfrm>
            <a:off x="5914833" y="1117792"/>
            <a:ext cx="3005232" cy="1177539"/>
          </a:xfrm>
          <a:custGeom>
            <a:rect b="b" l="l" r="r" t="t"/>
            <a:pathLst>
              <a:path extrusionOk="0" h="1177539" w="3005232">
                <a:moveTo>
                  <a:pt x="243371" y="1177539"/>
                </a:moveTo>
                <a:cubicBezTo>
                  <a:pt x="277583" y="1171318"/>
                  <a:pt x="312007" y="1166163"/>
                  <a:pt x="346008" y="1158877"/>
                </a:cubicBezTo>
                <a:cubicBezTo>
                  <a:pt x="355625" y="1156816"/>
                  <a:pt x="365402" y="1154323"/>
                  <a:pt x="374000" y="1149547"/>
                </a:cubicBezTo>
                <a:cubicBezTo>
                  <a:pt x="464892" y="1099051"/>
                  <a:pt x="394365" y="1121128"/>
                  <a:pt x="467306" y="1102894"/>
                </a:cubicBezTo>
                <a:cubicBezTo>
                  <a:pt x="510761" y="1059437"/>
                  <a:pt x="454508" y="1109291"/>
                  <a:pt x="523289" y="1074902"/>
                </a:cubicBezTo>
                <a:cubicBezTo>
                  <a:pt x="531157" y="1070968"/>
                  <a:pt x="535082" y="1061736"/>
                  <a:pt x="541951" y="1056241"/>
                </a:cubicBezTo>
                <a:cubicBezTo>
                  <a:pt x="567793" y="1035568"/>
                  <a:pt x="568367" y="1038104"/>
                  <a:pt x="597934" y="1028249"/>
                </a:cubicBezTo>
                <a:cubicBezTo>
                  <a:pt x="601044" y="1018918"/>
                  <a:pt x="601227" y="1008021"/>
                  <a:pt x="607265" y="1000257"/>
                </a:cubicBezTo>
                <a:cubicBezTo>
                  <a:pt x="686342" y="898587"/>
                  <a:pt x="634847" y="974955"/>
                  <a:pt x="691240" y="925612"/>
                </a:cubicBezTo>
                <a:cubicBezTo>
                  <a:pt x="757219" y="867881"/>
                  <a:pt x="711498" y="887758"/>
                  <a:pt x="765885" y="869628"/>
                </a:cubicBezTo>
                <a:cubicBezTo>
                  <a:pt x="810945" y="824570"/>
                  <a:pt x="753685" y="879388"/>
                  <a:pt x="812538" y="832306"/>
                </a:cubicBezTo>
                <a:cubicBezTo>
                  <a:pt x="819407" y="826811"/>
                  <a:pt x="824979" y="819865"/>
                  <a:pt x="831200" y="813645"/>
                </a:cubicBezTo>
                <a:cubicBezTo>
                  <a:pt x="860327" y="726257"/>
                  <a:pt x="812613" y="855501"/>
                  <a:pt x="868522" y="757661"/>
                </a:cubicBezTo>
                <a:cubicBezTo>
                  <a:pt x="875764" y="744989"/>
                  <a:pt x="877230" y="706281"/>
                  <a:pt x="887183" y="692347"/>
                </a:cubicBezTo>
                <a:cubicBezTo>
                  <a:pt x="897409" y="678030"/>
                  <a:pt x="912065" y="667465"/>
                  <a:pt x="924506" y="655024"/>
                </a:cubicBezTo>
                <a:cubicBezTo>
                  <a:pt x="960427" y="619103"/>
                  <a:pt x="941519" y="634352"/>
                  <a:pt x="980489" y="608371"/>
                </a:cubicBezTo>
                <a:cubicBezTo>
                  <a:pt x="990344" y="578806"/>
                  <a:pt x="987810" y="578227"/>
                  <a:pt x="1008481" y="552388"/>
                </a:cubicBezTo>
                <a:cubicBezTo>
                  <a:pt x="1013977" y="545518"/>
                  <a:pt x="1021647" y="540596"/>
                  <a:pt x="1027143" y="533726"/>
                </a:cubicBezTo>
                <a:cubicBezTo>
                  <a:pt x="1045503" y="510776"/>
                  <a:pt x="1041939" y="503967"/>
                  <a:pt x="1064465" y="487073"/>
                </a:cubicBezTo>
                <a:cubicBezTo>
                  <a:pt x="1082407" y="473616"/>
                  <a:pt x="1120449" y="449751"/>
                  <a:pt x="1120449" y="449751"/>
                </a:cubicBezTo>
                <a:cubicBezTo>
                  <a:pt x="1169034" y="376872"/>
                  <a:pt x="1107011" y="457496"/>
                  <a:pt x="1167102" y="412428"/>
                </a:cubicBezTo>
                <a:cubicBezTo>
                  <a:pt x="1184696" y="399233"/>
                  <a:pt x="1195456" y="377974"/>
                  <a:pt x="1213755" y="365775"/>
                </a:cubicBezTo>
                <a:lnTo>
                  <a:pt x="1269738" y="328453"/>
                </a:lnTo>
                <a:cubicBezTo>
                  <a:pt x="1279069" y="322233"/>
                  <a:pt x="1287091" y="313338"/>
                  <a:pt x="1297730" y="309792"/>
                </a:cubicBezTo>
                <a:cubicBezTo>
                  <a:pt x="1307061" y="306682"/>
                  <a:pt x="1316925" y="304860"/>
                  <a:pt x="1325722" y="300461"/>
                </a:cubicBezTo>
                <a:cubicBezTo>
                  <a:pt x="1335752" y="295446"/>
                  <a:pt x="1343684" y="286815"/>
                  <a:pt x="1353714" y="281800"/>
                </a:cubicBezTo>
                <a:cubicBezTo>
                  <a:pt x="1368633" y="274341"/>
                  <a:pt x="1405070" y="267127"/>
                  <a:pt x="1419028" y="263139"/>
                </a:cubicBezTo>
                <a:cubicBezTo>
                  <a:pt x="1428485" y="260437"/>
                  <a:pt x="1437689" y="256918"/>
                  <a:pt x="1447020" y="253808"/>
                </a:cubicBezTo>
                <a:cubicBezTo>
                  <a:pt x="1499893" y="256918"/>
                  <a:pt x="1552893" y="258344"/>
                  <a:pt x="1605640" y="263139"/>
                </a:cubicBezTo>
                <a:cubicBezTo>
                  <a:pt x="1621434" y="264575"/>
                  <a:pt x="1636908" y="268623"/>
                  <a:pt x="1652294" y="272469"/>
                </a:cubicBezTo>
                <a:cubicBezTo>
                  <a:pt x="1661835" y="274854"/>
                  <a:pt x="1670479" y="281046"/>
                  <a:pt x="1680285" y="281800"/>
                </a:cubicBezTo>
                <a:cubicBezTo>
                  <a:pt x="1751676" y="287292"/>
                  <a:pt x="1823354" y="288020"/>
                  <a:pt x="1894889" y="291130"/>
                </a:cubicBezTo>
                <a:cubicBezTo>
                  <a:pt x="1932212" y="297351"/>
                  <a:pt x="1970961" y="297827"/>
                  <a:pt x="2006857" y="309792"/>
                </a:cubicBezTo>
                <a:cubicBezTo>
                  <a:pt x="2016188" y="312902"/>
                  <a:pt x="2025090" y="317902"/>
                  <a:pt x="2034849" y="319122"/>
                </a:cubicBezTo>
                <a:cubicBezTo>
                  <a:pt x="2075088" y="324152"/>
                  <a:pt x="2115714" y="325343"/>
                  <a:pt x="2156147" y="328453"/>
                </a:cubicBezTo>
                <a:cubicBezTo>
                  <a:pt x="2165477" y="331563"/>
                  <a:pt x="2174423" y="336250"/>
                  <a:pt x="2184138" y="337784"/>
                </a:cubicBezTo>
                <a:cubicBezTo>
                  <a:pt x="2233675" y="345606"/>
                  <a:pt x="2333428" y="356445"/>
                  <a:pt x="2333428" y="356445"/>
                </a:cubicBezTo>
                <a:lnTo>
                  <a:pt x="2389412" y="375106"/>
                </a:lnTo>
                <a:cubicBezTo>
                  <a:pt x="2398743" y="378216"/>
                  <a:pt x="2407760" y="382508"/>
                  <a:pt x="2417404" y="384437"/>
                </a:cubicBezTo>
                <a:lnTo>
                  <a:pt x="2464057" y="393767"/>
                </a:lnTo>
                <a:cubicBezTo>
                  <a:pt x="2522697" y="432860"/>
                  <a:pt x="2462786" y="399111"/>
                  <a:pt x="2576024" y="421759"/>
                </a:cubicBezTo>
                <a:cubicBezTo>
                  <a:pt x="2595313" y="425617"/>
                  <a:pt x="2612435" y="438463"/>
                  <a:pt x="2632008" y="440420"/>
                </a:cubicBezTo>
                <a:lnTo>
                  <a:pt x="2725314" y="449751"/>
                </a:lnTo>
                <a:cubicBezTo>
                  <a:pt x="2762011" y="461983"/>
                  <a:pt x="2781990" y="463187"/>
                  <a:pt x="2809289" y="487073"/>
                </a:cubicBezTo>
                <a:cubicBezTo>
                  <a:pt x="2875268" y="544804"/>
                  <a:pt x="2829547" y="524927"/>
                  <a:pt x="2883934" y="543057"/>
                </a:cubicBezTo>
                <a:cubicBezTo>
                  <a:pt x="2985414" y="524606"/>
                  <a:pt x="2978639" y="556828"/>
                  <a:pt x="2995902" y="496404"/>
                </a:cubicBezTo>
                <a:cubicBezTo>
                  <a:pt x="2999425" y="484074"/>
                  <a:pt x="3002122" y="471522"/>
                  <a:pt x="3005232" y="459081"/>
                </a:cubicBezTo>
                <a:cubicBezTo>
                  <a:pt x="3002122" y="399987"/>
                  <a:pt x="3004271" y="340381"/>
                  <a:pt x="2995902" y="281800"/>
                </a:cubicBezTo>
                <a:cubicBezTo>
                  <a:pt x="2994658" y="273091"/>
                  <a:pt x="2981766" y="270682"/>
                  <a:pt x="2977240" y="263139"/>
                </a:cubicBezTo>
                <a:cubicBezTo>
                  <a:pt x="2972180" y="254705"/>
                  <a:pt x="2972308" y="243944"/>
                  <a:pt x="2967910" y="235147"/>
                </a:cubicBezTo>
                <a:cubicBezTo>
                  <a:pt x="2962895" y="225117"/>
                  <a:pt x="2954264" y="217185"/>
                  <a:pt x="2949249" y="207155"/>
                </a:cubicBezTo>
                <a:cubicBezTo>
                  <a:pt x="2936678" y="182013"/>
                  <a:pt x="2945024" y="171967"/>
                  <a:pt x="2921257" y="151171"/>
                </a:cubicBezTo>
                <a:cubicBezTo>
                  <a:pt x="2904378" y="136402"/>
                  <a:pt x="2883934" y="126290"/>
                  <a:pt x="2865273" y="113849"/>
                </a:cubicBezTo>
                <a:cubicBezTo>
                  <a:pt x="2855942" y="107629"/>
                  <a:pt x="2845210" y="103118"/>
                  <a:pt x="2837281" y="95188"/>
                </a:cubicBezTo>
                <a:cubicBezTo>
                  <a:pt x="2802761" y="60666"/>
                  <a:pt x="2825941" y="81407"/>
                  <a:pt x="2762636" y="39204"/>
                </a:cubicBezTo>
                <a:cubicBezTo>
                  <a:pt x="2753306" y="32984"/>
                  <a:pt x="2745524" y="23263"/>
                  <a:pt x="2734645" y="20543"/>
                </a:cubicBezTo>
                <a:lnTo>
                  <a:pt x="2697322" y="11212"/>
                </a:lnTo>
                <a:lnTo>
                  <a:pt x="2324098" y="20543"/>
                </a:lnTo>
                <a:cubicBezTo>
                  <a:pt x="2276090" y="22463"/>
                  <a:pt x="2214466" y="32205"/>
                  <a:pt x="2165477" y="39204"/>
                </a:cubicBezTo>
                <a:cubicBezTo>
                  <a:pt x="2109493" y="36094"/>
                  <a:pt x="2053366" y="34949"/>
                  <a:pt x="1997526" y="29873"/>
                </a:cubicBezTo>
                <a:cubicBezTo>
                  <a:pt x="1984755" y="28712"/>
                  <a:pt x="1972940" y="22041"/>
                  <a:pt x="1960204" y="20543"/>
                </a:cubicBezTo>
                <a:cubicBezTo>
                  <a:pt x="1919930" y="15805"/>
                  <a:pt x="1879339" y="14322"/>
                  <a:pt x="1838906" y="11212"/>
                </a:cubicBezTo>
                <a:cubicBezTo>
                  <a:pt x="1738000" y="-14015"/>
                  <a:pt x="1854556" y="11212"/>
                  <a:pt x="1633632" y="11212"/>
                </a:cubicBezTo>
                <a:cubicBezTo>
                  <a:pt x="1471871" y="11212"/>
                  <a:pt x="1310171" y="4991"/>
                  <a:pt x="1148440" y="1881"/>
                </a:cubicBezTo>
                <a:lnTo>
                  <a:pt x="905845" y="11212"/>
                </a:lnTo>
                <a:cubicBezTo>
                  <a:pt x="570428" y="28866"/>
                  <a:pt x="1082147" y="12976"/>
                  <a:pt x="625926" y="29873"/>
                </a:cubicBezTo>
                <a:lnTo>
                  <a:pt x="290024" y="39204"/>
                </a:lnTo>
                <a:cubicBezTo>
                  <a:pt x="271363" y="45424"/>
                  <a:pt x="252015" y="49876"/>
                  <a:pt x="234040" y="57865"/>
                </a:cubicBezTo>
                <a:cubicBezTo>
                  <a:pt x="204381" y="71047"/>
                  <a:pt x="209544" y="76724"/>
                  <a:pt x="187387" y="95188"/>
                </a:cubicBezTo>
                <a:cubicBezTo>
                  <a:pt x="175441" y="105143"/>
                  <a:pt x="162506" y="113849"/>
                  <a:pt x="150065" y="123179"/>
                </a:cubicBezTo>
                <a:cubicBezTo>
                  <a:pt x="103852" y="200200"/>
                  <a:pt x="144991" y="143908"/>
                  <a:pt x="75420" y="207155"/>
                </a:cubicBezTo>
                <a:cubicBezTo>
                  <a:pt x="55892" y="224908"/>
                  <a:pt x="19436" y="263139"/>
                  <a:pt x="19436" y="263139"/>
                </a:cubicBezTo>
                <a:cubicBezTo>
                  <a:pt x="16326" y="272469"/>
                  <a:pt x="12239" y="281529"/>
                  <a:pt x="10106" y="291130"/>
                </a:cubicBezTo>
                <a:cubicBezTo>
                  <a:pt x="-2467" y="347708"/>
                  <a:pt x="-4242" y="378247"/>
                  <a:pt x="10106" y="440420"/>
                </a:cubicBezTo>
                <a:cubicBezTo>
                  <a:pt x="12628" y="451347"/>
                  <a:pt x="22547" y="459081"/>
                  <a:pt x="28767" y="468412"/>
                </a:cubicBezTo>
                <a:cubicBezTo>
                  <a:pt x="31877" y="515065"/>
                  <a:pt x="35574" y="561683"/>
                  <a:pt x="38098" y="608371"/>
                </a:cubicBezTo>
                <a:cubicBezTo>
                  <a:pt x="41795" y="676766"/>
                  <a:pt x="41966" y="745368"/>
                  <a:pt x="47428" y="813645"/>
                </a:cubicBezTo>
                <a:cubicBezTo>
                  <a:pt x="48999" y="833279"/>
                  <a:pt x="69555" y="863320"/>
                  <a:pt x="75420" y="878959"/>
                </a:cubicBezTo>
                <a:cubicBezTo>
                  <a:pt x="84383" y="902861"/>
                  <a:pt x="82808" y="921726"/>
                  <a:pt x="94081" y="944273"/>
                </a:cubicBezTo>
                <a:cubicBezTo>
                  <a:pt x="99096" y="954303"/>
                  <a:pt x="106522" y="962934"/>
                  <a:pt x="112743" y="972265"/>
                </a:cubicBezTo>
                <a:cubicBezTo>
                  <a:pt x="144108" y="1066367"/>
                  <a:pt x="96244" y="920381"/>
                  <a:pt x="131404" y="1037579"/>
                </a:cubicBezTo>
                <a:cubicBezTo>
                  <a:pt x="137056" y="1056420"/>
                  <a:pt x="143845" y="1074902"/>
                  <a:pt x="150065" y="1093563"/>
                </a:cubicBezTo>
                <a:cubicBezTo>
                  <a:pt x="156211" y="1112002"/>
                  <a:pt x="161615" y="1136393"/>
                  <a:pt x="178057" y="1149547"/>
                </a:cubicBezTo>
                <a:cubicBezTo>
                  <a:pt x="185737" y="1155691"/>
                  <a:pt x="196718" y="1155767"/>
                  <a:pt x="206049" y="1158877"/>
                </a:cubicBezTo>
                <a:lnTo>
                  <a:pt x="243371" y="1177539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e2a4fbde4_0_30"/>
          <p:cNvSpPr/>
          <p:nvPr/>
        </p:nvSpPr>
        <p:spPr>
          <a:xfrm>
            <a:off x="838200" y="1279196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resultado final será: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de2a4fbde4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951" y="1960224"/>
            <a:ext cx="8116887" cy="390460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de2a4fbde4_0_30"/>
          <p:cNvSpPr/>
          <p:nvPr/>
        </p:nvSpPr>
        <p:spPr>
          <a:xfrm>
            <a:off x="7428204" y="2787897"/>
            <a:ext cx="938100" cy="276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
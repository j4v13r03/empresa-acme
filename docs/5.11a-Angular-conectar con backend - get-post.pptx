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7010400" cy="9236075"/>
  <p:embeddedFontLst>
    <p:embeddedFont>
      <p:font typeface="Roboto"/>
      <p:regular r:id="rId19"/>
      <p:bold r:id="rId20"/>
      <p:italic r:id="rId21"/>
      <p:boldItalic r:id="rId22"/>
    </p:embeddedFont>
    <p:embeddedFont>
      <p:font typeface="Arimo"/>
      <p:regular r:id="rId23"/>
      <p:bold r:id="rId24"/>
      <p:italic r:id="rId25"/>
      <p:boldItalic r:id="rId26"/>
    </p:embeddedFont>
    <p:embeddedFont>
      <p:font typeface="Arial Black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iuapw5f0sesOMEi2witKVhPJ0G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Arimo-bold.fntdata"/><Relationship Id="rId23" Type="http://schemas.openxmlformats.org/officeDocument/2006/relationships/font" Target="fonts/Arim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-boldItalic.fntdata"/><Relationship Id="rId25" Type="http://schemas.openxmlformats.org/officeDocument/2006/relationships/font" Target="fonts/Arimo-italic.fntdata"/><Relationship Id="rId28" Type="http://customschemas.google.com/relationships/presentationmetadata" Target="metadata"/><Relationship Id="rId27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38475" cy="463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8" y="2"/>
            <a:ext cx="3038475" cy="463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72379"/>
            <a:ext cx="3038475" cy="4636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8" y="8772379"/>
            <a:ext cx="3038475" cy="4636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970338" y="8772379"/>
            <a:ext cx="3038475" cy="4636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7615ea612_0_375:notes"/>
          <p:cNvSpPr txBox="1"/>
          <p:nvPr>
            <p:ph idx="1" type="body"/>
          </p:nvPr>
        </p:nvSpPr>
        <p:spPr>
          <a:xfrm>
            <a:off x="701675" y="4444547"/>
            <a:ext cx="5607000" cy="363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7615ea612_0_375:notes"/>
          <p:cNvSpPr/>
          <p:nvPr>
            <p:ph idx="2" type="sldImg"/>
          </p:nvPr>
        </p:nvSpPr>
        <p:spPr>
          <a:xfrm>
            <a:off x="1428750" y="1154113"/>
            <a:ext cx="4152900" cy="31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7615ea612_0_446:notes"/>
          <p:cNvSpPr txBox="1"/>
          <p:nvPr>
            <p:ph idx="1" type="body"/>
          </p:nvPr>
        </p:nvSpPr>
        <p:spPr>
          <a:xfrm>
            <a:off x="701675" y="4444547"/>
            <a:ext cx="5607000" cy="363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d7615ea612_0_446:notes"/>
          <p:cNvSpPr/>
          <p:nvPr>
            <p:ph idx="2" type="sldImg"/>
          </p:nvPr>
        </p:nvSpPr>
        <p:spPr>
          <a:xfrm>
            <a:off x="1428750" y="1154113"/>
            <a:ext cx="4152900" cy="31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1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1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11" Type="http://schemas.openxmlformats.org/officeDocument/2006/relationships/image" Target="../media/image9.png"/><Relationship Id="rId10" Type="http://schemas.openxmlformats.org/officeDocument/2006/relationships/image" Target="../media/image13.png"/><Relationship Id="rId9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6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/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078413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Conectar el Frontend con el Backend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Servicios: Obtener y Agregar</a:t>
            </a:r>
            <a:endParaRPr b="1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429000" y="4469383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2" r="5907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6932575" y="1859571"/>
            <a:ext cx="204575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11a</a:t>
            </a:r>
            <a:endParaRPr/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7615ea612_0_375"/>
          <p:cNvSpPr/>
          <p:nvPr/>
        </p:nvSpPr>
        <p:spPr>
          <a:xfrm>
            <a:off x="727150" y="1990573"/>
            <a:ext cx="8092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Hoy dejaremos de consumir arreglos falsos (datos simulados).</a:t>
            </a:r>
            <a:endParaRPr/>
          </a:p>
        </p:txBody>
      </p:sp>
      <p:pic>
        <p:nvPicPr>
          <p:cNvPr descr="Resultado de imagen para angular logos" id="103" name="Google Shape;103;g3d7615ea612_0_375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g3d7615ea612_0_375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g3d7615ea612_0_375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06" name="Google Shape;106;g3d7615ea612_0_375"/>
          <p:cNvSpPr txBox="1"/>
          <p:nvPr/>
        </p:nvSpPr>
        <p:spPr>
          <a:xfrm>
            <a:off x="1144605" y="185750"/>
            <a:ext cx="7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Integrar Frontend con Backend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d7615ea612_0_375"/>
          <p:cNvSpPr/>
          <p:nvPr/>
        </p:nvSpPr>
        <p:spPr>
          <a:xfrm>
            <a:off x="707400" y="3015874"/>
            <a:ext cx="8105700" cy="23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Para integrar nuestra aplicación en Angular (Frontend) con el Backend implementado en Javascript y node, vamos a utilizar los siguientes elementos previamente estudiados: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Servicio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Observables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Inyección de Dependencias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Hooks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8" name="Google Shape;108;g3d7615ea612_0_375"/>
          <p:cNvSpPr/>
          <p:nvPr/>
        </p:nvSpPr>
        <p:spPr>
          <a:xfrm>
            <a:off x="714000" y="1258075"/>
            <a:ext cx="8092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Recordemos que nuestro proyecto hasta ahora tiene los datos hardcodeados en Angular y eso no es real.</a:t>
            </a:r>
            <a:endParaRPr/>
          </a:p>
        </p:txBody>
      </p:sp>
      <p:sp>
        <p:nvSpPr>
          <p:cNvPr id="109" name="Google Shape;109;g3d7615ea612_0_375"/>
          <p:cNvSpPr/>
          <p:nvPr/>
        </p:nvSpPr>
        <p:spPr>
          <a:xfrm>
            <a:off x="730425" y="2474648"/>
            <a:ext cx="8092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Hoy, desde nuestra aplicación en </a:t>
            </a:r>
            <a:r>
              <a:rPr lang="es-CL" sz="1800">
                <a:solidFill>
                  <a:schemeClr val="dk1"/>
                </a:solidFill>
              </a:rPr>
              <a:t>Angular</a:t>
            </a:r>
            <a:r>
              <a:rPr lang="es-CL" sz="1800">
                <a:solidFill>
                  <a:schemeClr val="dk1"/>
                </a:solidFill>
              </a:rPr>
              <a:t> trabajaremos con datos reales.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5743575" y="1502177"/>
            <a:ext cx="3295650" cy="3819711"/>
          </a:xfrm>
          <a:custGeom>
            <a:rect b="b" l="l" r="r" t="t"/>
            <a:pathLst>
              <a:path extrusionOk="0" h="3819711" w="3295650">
                <a:moveTo>
                  <a:pt x="485775" y="390711"/>
                </a:moveTo>
                <a:cubicBezTo>
                  <a:pt x="479425" y="408173"/>
                  <a:pt x="459066" y="454779"/>
                  <a:pt x="457200" y="466911"/>
                </a:cubicBezTo>
                <a:cubicBezTo>
                  <a:pt x="452348" y="498448"/>
                  <a:pt x="451892" y="530533"/>
                  <a:pt x="447675" y="562161"/>
                </a:cubicBezTo>
                <a:cubicBezTo>
                  <a:pt x="433953" y="665080"/>
                  <a:pt x="444652" y="566242"/>
                  <a:pt x="428625" y="638361"/>
                </a:cubicBezTo>
                <a:cubicBezTo>
                  <a:pt x="424435" y="657214"/>
                  <a:pt x="422275" y="676461"/>
                  <a:pt x="419100" y="695511"/>
                </a:cubicBezTo>
                <a:cubicBezTo>
                  <a:pt x="415925" y="749486"/>
                  <a:pt x="414701" y="803611"/>
                  <a:pt x="409575" y="857436"/>
                </a:cubicBezTo>
                <a:cubicBezTo>
                  <a:pt x="408334" y="870468"/>
                  <a:pt x="402890" y="882757"/>
                  <a:pt x="400050" y="895536"/>
                </a:cubicBezTo>
                <a:cubicBezTo>
                  <a:pt x="382099" y="976315"/>
                  <a:pt x="401211" y="911103"/>
                  <a:pt x="371475" y="1000311"/>
                </a:cubicBezTo>
                <a:lnTo>
                  <a:pt x="361950" y="1028886"/>
                </a:lnTo>
                <a:cubicBezTo>
                  <a:pt x="358775" y="1038411"/>
                  <a:pt x="357994" y="1049107"/>
                  <a:pt x="352425" y="1057461"/>
                </a:cubicBezTo>
                <a:lnTo>
                  <a:pt x="333375" y="1086036"/>
                </a:lnTo>
                <a:cubicBezTo>
                  <a:pt x="331133" y="1095004"/>
                  <a:pt x="320536" y="1141531"/>
                  <a:pt x="314325" y="1152711"/>
                </a:cubicBezTo>
                <a:cubicBezTo>
                  <a:pt x="285842" y="1203980"/>
                  <a:pt x="282360" y="1203726"/>
                  <a:pt x="247650" y="1238436"/>
                </a:cubicBezTo>
                <a:lnTo>
                  <a:pt x="228600" y="1295586"/>
                </a:lnTo>
                <a:lnTo>
                  <a:pt x="219075" y="1324161"/>
                </a:lnTo>
                <a:cubicBezTo>
                  <a:pt x="215900" y="1349561"/>
                  <a:pt x="216285" y="1375665"/>
                  <a:pt x="209550" y="1400361"/>
                </a:cubicBezTo>
                <a:cubicBezTo>
                  <a:pt x="206538" y="1411405"/>
                  <a:pt x="195620" y="1418697"/>
                  <a:pt x="190500" y="1428936"/>
                </a:cubicBezTo>
                <a:cubicBezTo>
                  <a:pt x="186010" y="1437916"/>
                  <a:pt x="185465" y="1448531"/>
                  <a:pt x="180975" y="1457511"/>
                </a:cubicBezTo>
                <a:cubicBezTo>
                  <a:pt x="175855" y="1467750"/>
                  <a:pt x="167605" y="1476147"/>
                  <a:pt x="161925" y="1486086"/>
                </a:cubicBezTo>
                <a:cubicBezTo>
                  <a:pt x="154880" y="1498414"/>
                  <a:pt x="149920" y="1511858"/>
                  <a:pt x="142875" y="1524186"/>
                </a:cubicBezTo>
                <a:cubicBezTo>
                  <a:pt x="137195" y="1534125"/>
                  <a:pt x="128474" y="1542300"/>
                  <a:pt x="123825" y="1552761"/>
                </a:cubicBezTo>
                <a:cubicBezTo>
                  <a:pt x="115670" y="1571111"/>
                  <a:pt x="111125" y="1590861"/>
                  <a:pt x="104775" y="1609911"/>
                </a:cubicBezTo>
                <a:cubicBezTo>
                  <a:pt x="101600" y="1619436"/>
                  <a:pt x="103604" y="1632917"/>
                  <a:pt x="95250" y="1638486"/>
                </a:cubicBezTo>
                <a:lnTo>
                  <a:pt x="66675" y="1657536"/>
                </a:lnTo>
                <a:cubicBezTo>
                  <a:pt x="63500" y="1667061"/>
                  <a:pt x="61640" y="1677131"/>
                  <a:pt x="57150" y="1686111"/>
                </a:cubicBezTo>
                <a:cubicBezTo>
                  <a:pt x="52030" y="1696350"/>
                  <a:pt x="42120" y="1703967"/>
                  <a:pt x="38100" y="1714686"/>
                </a:cubicBezTo>
                <a:cubicBezTo>
                  <a:pt x="32416" y="1729845"/>
                  <a:pt x="30865" y="1746284"/>
                  <a:pt x="28575" y="1762311"/>
                </a:cubicBezTo>
                <a:cubicBezTo>
                  <a:pt x="21971" y="1808536"/>
                  <a:pt x="18899" y="1867842"/>
                  <a:pt x="9525" y="1914711"/>
                </a:cubicBezTo>
                <a:cubicBezTo>
                  <a:pt x="7556" y="1924556"/>
                  <a:pt x="3175" y="1933761"/>
                  <a:pt x="0" y="1943286"/>
                </a:cubicBezTo>
                <a:cubicBezTo>
                  <a:pt x="3175" y="1984561"/>
                  <a:pt x="4390" y="2026034"/>
                  <a:pt x="9525" y="2067111"/>
                </a:cubicBezTo>
                <a:cubicBezTo>
                  <a:pt x="10770" y="2077074"/>
                  <a:pt x="13481" y="2087332"/>
                  <a:pt x="19050" y="2095686"/>
                </a:cubicBezTo>
                <a:cubicBezTo>
                  <a:pt x="26522" y="2106894"/>
                  <a:pt x="38100" y="2114736"/>
                  <a:pt x="47625" y="2124261"/>
                </a:cubicBezTo>
                <a:cubicBezTo>
                  <a:pt x="44450" y="2136961"/>
                  <a:pt x="41696" y="2149774"/>
                  <a:pt x="38100" y="2162361"/>
                </a:cubicBezTo>
                <a:cubicBezTo>
                  <a:pt x="35342" y="2172015"/>
                  <a:pt x="28575" y="2180896"/>
                  <a:pt x="28575" y="2190936"/>
                </a:cubicBezTo>
                <a:cubicBezTo>
                  <a:pt x="28575" y="2494883"/>
                  <a:pt x="23416" y="2440573"/>
                  <a:pt x="47625" y="2610036"/>
                </a:cubicBezTo>
                <a:cubicBezTo>
                  <a:pt x="44450" y="2632261"/>
                  <a:pt x="41514" y="2654521"/>
                  <a:pt x="38100" y="2676711"/>
                </a:cubicBezTo>
                <a:cubicBezTo>
                  <a:pt x="35163" y="2695799"/>
                  <a:pt x="30406" y="2714635"/>
                  <a:pt x="28575" y="2733861"/>
                </a:cubicBezTo>
                <a:cubicBezTo>
                  <a:pt x="24050" y="2781377"/>
                  <a:pt x="22225" y="2829111"/>
                  <a:pt x="19050" y="2876736"/>
                </a:cubicBezTo>
                <a:cubicBezTo>
                  <a:pt x="22225" y="2908486"/>
                  <a:pt x="24062" y="2940398"/>
                  <a:pt x="28575" y="2971986"/>
                </a:cubicBezTo>
                <a:cubicBezTo>
                  <a:pt x="30995" y="2988928"/>
                  <a:pt x="52329" y="3060005"/>
                  <a:pt x="57150" y="3067236"/>
                </a:cubicBezTo>
                <a:cubicBezTo>
                  <a:pt x="63500" y="3076761"/>
                  <a:pt x="71080" y="3085572"/>
                  <a:pt x="76200" y="3095811"/>
                </a:cubicBezTo>
                <a:cubicBezTo>
                  <a:pt x="112563" y="3168537"/>
                  <a:pt x="45204" y="3070358"/>
                  <a:pt x="114300" y="3162486"/>
                </a:cubicBezTo>
                <a:cubicBezTo>
                  <a:pt x="117475" y="3172011"/>
                  <a:pt x="119335" y="3182081"/>
                  <a:pt x="123825" y="3191061"/>
                </a:cubicBezTo>
                <a:cubicBezTo>
                  <a:pt x="131308" y="3206026"/>
                  <a:pt x="164259" y="3247669"/>
                  <a:pt x="171450" y="3257736"/>
                </a:cubicBezTo>
                <a:cubicBezTo>
                  <a:pt x="193819" y="3289053"/>
                  <a:pt x="209763" y="3324518"/>
                  <a:pt x="247650" y="3343461"/>
                </a:cubicBezTo>
                <a:lnTo>
                  <a:pt x="285750" y="3362511"/>
                </a:lnTo>
                <a:cubicBezTo>
                  <a:pt x="323399" y="3437809"/>
                  <a:pt x="279169" y="3366395"/>
                  <a:pt x="352425" y="3429186"/>
                </a:cubicBezTo>
                <a:cubicBezTo>
                  <a:pt x="407259" y="3476187"/>
                  <a:pt x="334115" y="3445308"/>
                  <a:pt x="400050" y="3467286"/>
                </a:cubicBezTo>
                <a:cubicBezTo>
                  <a:pt x="474097" y="3541333"/>
                  <a:pt x="369226" y="3444982"/>
                  <a:pt x="485775" y="3514911"/>
                </a:cubicBezTo>
                <a:cubicBezTo>
                  <a:pt x="589273" y="3577010"/>
                  <a:pt x="490204" y="3522252"/>
                  <a:pt x="561975" y="3553011"/>
                </a:cubicBezTo>
                <a:cubicBezTo>
                  <a:pt x="575026" y="3558604"/>
                  <a:pt x="586605" y="3567571"/>
                  <a:pt x="600075" y="3572061"/>
                </a:cubicBezTo>
                <a:cubicBezTo>
                  <a:pt x="615434" y="3577181"/>
                  <a:pt x="631994" y="3577659"/>
                  <a:pt x="647700" y="3581586"/>
                </a:cubicBezTo>
                <a:cubicBezTo>
                  <a:pt x="657440" y="3584021"/>
                  <a:pt x="666474" y="3588933"/>
                  <a:pt x="676275" y="3591111"/>
                </a:cubicBezTo>
                <a:cubicBezTo>
                  <a:pt x="695128" y="3595301"/>
                  <a:pt x="714424" y="3597181"/>
                  <a:pt x="733425" y="3600636"/>
                </a:cubicBezTo>
                <a:cubicBezTo>
                  <a:pt x="812426" y="3615000"/>
                  <a:pt x="750353" y="3604398"/>
                  <a:pt x="819150" y="3619686"/>
                </a:cubicBezTo>
                <a:cubicBezTo>
                  <a:pt x="834954" y="3623198"/>
                  <a:pt x="850847" y="3626315"/>
                  <a:pt x="866775" y="3629211"/>
                </a:cubicBezTo>
                <a:cubicBezTo>
                  <a:pt x="885776" y="3632666"/>
                  <a:pt x="904658" y="3637407"/>
                  <a:pt x="923925" y="3638736"/>
                </a:cubicBezTo>
                <a:cubicBezTo>
                  <a:pt x="996846" y="3643765"/>
                  <a:pt x="1069975" y="3645086"/>
                  <a:pt x="1143000" y="3648261"/>
                </a:cubicBezTo>
                <a:cubicBezTo>
                  <a:pt x="1189283" y="3659832"/>
                  <a:pt x="1183757" y="3659526"/>
                  <a:pt x="1238250" y="3667311"/>
                </a:cubicBezTo>
                <a:cubicBezTo>
                  <a:pt x="1263590" y="3670931"/>
                  <a:pt x="1288909" y="3675133"/>
                  <a:pt x="1314450" y="3676836"/>
                </a:cubicBezTo>
                <a:cubicBezTo>
                  <a:pt x="1384217" y="3681487"/>
                  <a:pt x="1454150" y="3683186"/>
                  <a:pt x="1524000" y="3686361"/>
                </a:cubicBezTo>
                <a:cubicBezTo>
                  <a:pt x="1533862" y="3688005"/>
                  <a:pt x="1673638" y="3712211"/>
                  <a:pt x="1704975" y="3714936"/>
                </a:cubicBezTo>
                <a:cubicBezTo>
                  <a:pt x="1755683" y="3719345"/>
                  <a:pt x="1806575" y="3721286"/>
                  <a:pt x="1857375" y="3724461"/>
                </a:cubicBezTo>
                <a:lnTo>
                  <a:pt x="1914525" y="3743511"/>
                </a:lnTo>
                <a:cubicBezTo>
                  <a:pt x="1924050" y="3746686"/>
                  <a:pt x="1933196" y="3751385"/>
                  <a:pt x="1943100" y="3753036"/>
                </a:cubicBezTo>
                <a:cubicBezTo>
                  <a:pt x="2117069" y="3782031"/>
                  <a:pt x="1957078" y="3758047"/>
                  <a:pt x="2343150" y="3772086"/>
                </a:cubicBezTo>
                <a:cubicBezTo>
                  <a:pt x="2403519" y="3774281"/>
                  <a:pt x="2463800" y="3778436"/>
                  <a:pt x="2524125" y="3781611"/>
                </a:cubicBezTo>
                <a:lnTo>
                  <a:pt x="2571750" y="3791136"/>
                </a:lnTo>
                <a:cubicBezTo>
                  <a:pt x="2628616" y="3801475"/>
                  <a:pt x="2623587" y="3798422"/>
                  <a:pt x="2676525" y="3810186"/>
                </a:cubicBezTo>
                <a:cubicBezTo>
                  <a:pt x="2689304" y="3813026"/>
                  <a:pt x="2701925" y="3816536"/>
                  <a:pt x="2714625" y="3819711"/>
                </a:cubicBezTo>
                <a:cubicBezTo>
                  <a:pt x="2768600" y="3816536"/>
                  <a:pt x="2823080" y="3818207"/>
                  <a:pt x="2876550" y="3810186"/>
                </a:cubicBezTo>
                <a:cubicBezTo>
                  <a:pt x="2887871" y="3808488"/>
                  <a:pt x="2894886" y="3796256"/>
                  <a:pt x="2905125" y="3791136"/>
                </a:cubicBezTo>
                <a:cubicBezTo>
                  <a:pt x="2940993" y="3773202"/>
                  <a:pt x="2954470" y="3771656"/>
                  <a:pt x="2990850" y="3762561"/>
                </a:cubicBezTo>
                <a:cubicBezTo>
                  <a:pt x="3003550" y="3753036"/>
                  <a:pt x="3015167" y="3741862"/>
                  <a:pt x="3028950" y="3733986"/>
                </a:cubicBezTo>
                <a:cubicBezTo>
                  <a:pt x="3037667" y="3729005"/>
                  <a:pt x="3048545" y="3728951"/>
                  <a:pt x="3057525" y="3724461"/>
                </a:cubicBezTo>
                <a:cubicBezTo>
                  <a:pt x="3067764" y="3719341"/>
                  <a:pt x="3076575" y="3711761"/>
                  <a:pt x="3086100" y="3705411"/>
                </a:cubicBezTo>
                <a:cubicBezTo>
                  <a:pt x="3092450" y="3692711"/>
                  <a:pt x="3097845" y="3679487"/>
                  <a:pt x="3105150" y="3667311"/>
                </a:cubicBezTo>
                <a:cubicBezTo>
                  <a:pt x="3127304" y="3630387"/>
                  <a:pt x="3147785" y="3610768"/>
                  <a:pt x="3162300" y="3572061"/>
                </a:cubicBezTo>
                <a:cubicBezTo>
                  <a:pt x="3166897" y="3559804"/>
                  <a:pt x="3167228" y="3546218"/>
                  <a:pt x="3171825" y="3533961"/>
                </a:cubicBezTo>
                <a:cubicBezTo>
                  <a:pt x="3176811" y="3520666"/>
                  <a:pt x="3183570" y="3508037"/>
                  <a:pt x="3190875" y="3495861"/>
                </a:cubicBezTo>
                <a:cubicBezTo>
                  <a:pt x="3202655" y="3476228"/>
                  <a:pt x="3228975" y="3438711"/>
                  <a:pt x="3228975" y="3438711"/>
                </a:cubicBezTo>
                <a:cubicBezTo>
                  <a:pt x="3232150" y="3413311"/>
                  <a:pt x="3234608" y="3387811"/>
                  <a:pt x="3238500" y="3362511"/>
                </a:cubicBezTo>
                <a:cubicBezTo>
                  <a:pt x="3240962" y="3346510"/>
                  <a:pt x="3247101" y="3331049"/>
                  <a:pt x="3248025" y="3314886"/>
                </a:cubicBezTo>
                <a:cubicBezTo>
                  <a:pt x="3267209" y="2979159"/>
                  <a:pt x="3233169" y="3126661"/>
                  <a:pt x="3267075" y="2991036"/>
                </a:cubicBezTo>
                <a:cubicBezTo>
                  <a:pt x="3270250" y="2918011"/>
                  <a:pt x="3271738" y="2844893"/>
                  <a:pt x="3276600" y="2771961"/>
                </a:cubicBezTo>
                <a:cubicBezTo>
                  <a:pt x="3278093" y="2749560"/>
                  <a:pt x="3284680" y="2727690"/>
                  <a:pt x="3286125" y="2705286"/>
                </a:cubicBezTo>
                <a:cubicBezTo>
                  <a:pt x="3291035" y="2629178"/>
                  <a:pt x="3292475" y="2552886"/>
                  <a:pt x="3295650" y="2476686"/>
                </a:cubicBezTo>
                <a:cubicBezTo>
                  <a:pt x="3292475" y="2340161"/>
                  <a:pt x="3290675" y="2203597"/>
                  <a:pt x="3286125" y="2067111"/>
                </a:cubicBezTo>
                <a:cubicBezTo>
                  <a:pt x="3284324" y="2013073"/>
                  <a:pt x="3284246" y="1958711"/>
                  <a:pt x="3276600" y="1905186"/>
                </a:cubicBezTo>
                <a:cubicBezTo>
                  <a:pt x="3274592" y="1891130"/>
                  <a:pt x="3263900" y="1879786"/>
                  <a:pt x="3257550" y="1867086"/>
                </a:cubicBezTo>
                <a:cubicBezTo>
                  <a:pt x="3254375" y="1806761"/>
                  <a:pt x="3253042" y="1746311"/>
                  <a:pt x="3248025" y="1686111"/>
                </a:cubicBezTo>
                <a:cubicBezTo>
                  <a:pt x="3245649" y="1657593"/>
                  <a:pt x="3234570" y="1628362"/>
                  <a:pt x="3228975" y="1600386"/>
                </a:cubicBezTo>
                <a:cubicBezTo>
                  <a:pt x="3225187" y="1581448"/>
                  <a:pt x="3223238" y="1562174"/>
                  <a:pt x="3219450" y="1543236"/>
                </a:cubicBezTo>
                <a:cubicBezTo>
                  <a:pt x="3216883" y="1530399"/>
                  <a:pt x="3212765" y="1517915"/>
                  <a:pt x="3209925" y="1505136"/>
                </a:cubicBezTo>
                <a:cubicBezTo>
                  <a:pt x="3206413" y="1489332"/>
                  <a:pt x="3206413" y="1472542"/>
                  <a:pt x="3200400" y="1457511"/>
                </a:cubicBezTo>
                <a:cubicBezTo>
                  <a:pt x="3193524" y="1440322"/>
                  <a:pt x="3179486" y="1426740"/>
                  <a:pt x="3171825" y="1409886"/>
                </a:cubicBezTo>
                <a:cubicBezTo>
                  <a:pt x="3163516" y="1391605"/>
                  <a:pt x="3163914" y="1369444"/>
                  <a:pt x="3152775" y="1352736"/>
                </a:cubicBezTo>
                <a:cubicBezTo>
                  <a:pt x="3146425" y="1343211"/>
                  <a:pt x="3138374" y="1334622"/>
                  <a:pt x="3133725" y="1324161"/>
                </a:cubicBezTo>
                <a:cubicBezTo>
                  <a:pt x="3125570" y="1305811"/>
                  <a:pt x="3122133" y="1285655"/>
                  <a:pt x="3114675" y="1267011"/>
                </a:cubicBezTo>
                <a:cubicBezTo>
                  <a:pt x="3108325" y="1251136"/>
                  <a:pt x="3101628" y="1235395"/>
                  <a:pt x="3095625" y="1219386"/>
                </a:cubicBezTo>
                <a:cubicBezTo>
                  <a:pt x="3092100" y="1209985"/>
                  <a:pt x="3090055" y="1200039"/>
                  <a:pt x="3086100" y="1190811"/>
                </a:cubicBezTo>
                <a:cubicBezTo>
                  <a:pt x="3068667" y="1150134"/>
                  <a:pt x="3065824" y="1151076"/>
                  <a:pt x="3038475" y="1114611"/>
                </a:cubicBezTo>
                <a:cubicBezTo>
                  <a:pt x="3035300" y="1095561"/>
                  <a:pt x="3033140" y="1076314"/>
                  <a:pt x="3028950" y="1057461"/>
                </a:cubicBezTo>
                <a:cubicBezTo>
                  <a:pt x="3024491" y="1037397"/>
                  <a:pt x="3005319" y="996092"/>
                  <a:pt x="3000375" y="981261"/>
                </a:cubicBezTo>
                <a:cubicBezTo>
                  <a:pt x="2988291" y="945010"/>
                  <a:pt x="2995084" y="946691"/>
                  <a:pt x="2981325" y="914586"/>
                </a:cubicBezTo>
                <a:cubicBezTo>
                  <a:pt x="2975732" y="901535"/>
                  <a:pt x="2968625" y="889186"/>
                  <a:pt x="2962275" y="876486"/>
                </a:cubicBezTo>
                <a:cubicBezTo>
                  <a:pt x="2942910" y="779660"/>
                  <a:pt x="2962751" y="868627"/>
                  <a:pt x="2943225" y="800286"/>
                </a:cubicBezTo>
                <a:cubicBezTo>
                  <a:pt x="2939629" y="787699"/>
                  <a:pt x="2937462" y="774725"/>
                  <a:pt x="2933700" y="762186"/>
                </a:cubicBezTo>
                <a:cubicBezTo>
                  <a:pt x="2927930" y="742952"/>
                  <a:pt x="2918588" y="724727"/>
                  <a:pt x="2914650" y="705036"/>
                </a:cubicBezTo>
                <a:cubicBezTo>
                  <a:pt x="2911475" y="689161"/>
                  <a:pt x="2910245" y="672770"/>
                  <a:pt x="2905125" y="657411"/>
                </a:cubicBezTo>
                <a:cubicBezTo>
                  <a:pt x="2900635" y="643941"/>
                  <a:pt x="2891348" y="632494"/>
                  <a:pt x="2886075" y="619311"/>
                </a:cubicBezTo>
                <a:cubicBezTo>
                  <a:pt x="2878617" y="600667"/>
                  <a:pt x="2874483" y="580805"/>
                  <a:pt x="2867025" y="562161"/>
                </a:cubicBezTo>
                <a:cubicBezTo>
                  <a:pt x="2861752" y="548978"/>
                  <a:pt x="2853568" y="537112"/>
                  <a:pt x="2847975" y="524061"/>
                </a:cubicBezTo>
                <a:cubicBezTo>
                  <a:pt x="2844020" y="514833"/>
                  <a:pt x="2844019" y="503840"/>
                  <a:pt x="2838450" y="495486"/>
                </a:cubicBezTo>
                <a:cubicBezTo>
                  <a:pt x="2830978" y="484278"/>
                  <a:pt x="2817705" y="477872"/>
                  <a:pt x="2809875" y="466911"/>
                </a:cubicBezTo>
                <a:cubicBezTo>
                  <a:pt x="2776841" y="420663"/>
                  <a:pt x="2802028" y="441693"/>
                  <a:pt x="2781300" y="400236"/>
                </a:cubicBezTo>
                <a:cubicBezTo>
                  <a:pt x="2776180" y="389997"/>
                  <a:pt x="2767370" y="381900"/>
                  <a:pt x="2762250" y="371661"/>
                </a:cubicBezTo>
                <a:cubicBezTo>
                  <a:pt x="2741522" y="330204"/>
                  <a:pt x="2766709" y="351234"/>
                  <a:pt x="2733675" y="304986"/>
                </a:cubicBezTo>
                <a:cubicBezTo>
                  <a:pt x="2725845" y="294025"/>
                  <a:pt x="2714625" y="285936"/>
                  <a:pt x="2705100" y="276411"/>
                </a:cubicBezTo>
                <a:cubicBezTo>
                  <a:pt x="2684955" y="195830"/>
                  <a:pt x="2712398" y="277833"/>
                  <a:pt x="2667000" y="209736"/>
                </a:cubicBezTo>
                <a:cubicBezTo>
                  <a:pt x="2661431" y="201382"/>
                  <a:pt x="2661430" y="190389"/>
                  <a:pt x="2657475" y="181161"/>
                </a:cubicBezTo>
                <a:cubicBezTo>
                  <a:pt x="2653807" y="172601"/>
                  <a:pt x="2629773" y="122804"/>
                  <a:pt x="2619375" y="114486"/>
                </a:cubicBezTo>
                <a:cubicBezTo>
                  <a:pt x="2595986" y="95775"/>
                  <a:pt x="2568097" y="83476"/>
                  <a:pt x="2543175" y="66861"/>
                </a:cubicBezTo>
                <a:cubicBezTo>
                  <a:pt x="2533650" y="60511"/>
                  <a:pt x="2525061" y="52460"/>
                  <a:pt x="2514600" y="47811"/>
                </a:cubicBezTo>
                <a:cubicBezTo>
                  <a:pt x="2496250" y="39656"/>
                  <a:pt x="2477329" y="31601"/>
                  <a:pt x="2457450" y="28761"/>
                </a:cubicBezTo>
                <a:lnTo>
                  <a:pt x="2390775" y="19236"/>
                </a:lnTo>
                <a:cubicBezTo>
                  <a:pt x="2323351" y="-3239"/>
                  <a:pt x="2341639" y="186"/>
                  <a:pt x="2219325" y="186"/>
                </a:cubicBezTo>
                <a:cubicBezTo>
                  <a:pt x="1936732" y="186"/>
                  <a:pt x="1654175" y="6536"/>
                  <a:pt x="1371600" y="9711"/>
                </a:cubicBezTo>
                <a:cubicBezTo>
                  <a:pt x="1343940" y="13169"/>
                  <a:pt x="1288767" y="16961"/>
                  <a:pt x="1257300" y="28761"/>
                </a:cubicBezTo>
                <a:cubicBezTo>
                  <a:pt x="1244005" y="33747"/>
                  <a:pt x="1232495" y="42825"/>
                  <a:pt x="1219200" y="47811"/>
                </a:cubicBezTo>
                <a:cubicBezTo>
                  <a:pt x="1154754" y="71978"/>
                  <a:pt x="1206255" y="43834"/>
                  <a:pt x="1152525" y="66861"/>
                </a:cubicBezTo>
                <a:cubicBezTo>
                  <a:pt x="1123653" y="79235"/>
                  <a:pt x="1089446" y="103562"/>
                  <a:pt x="1057275" y="104961"/>
                </a:cubicBezTo>
                <a:lnTo>
                  <a:pt x="838200" y="114486"/>
                </a:lnTo>
                <a:cubicBezTo>
                  <a:pt x="757619" y="134631"/>
                  <a:pt x="839622" y="107188"/>
                  <a:pt x="771525" y="152586"/>
                </a:cubicBezTo>
                <a:cubicBezTo>
                  <a:pt x="763171" y="158155"/>
                  <a:pt x="751930" y="157621"/>
                  <a:pt x="742950" y="162111"/>
                </a:cubicBezTo>
                <a:cubicBezTo>
                  <a:pt x="732711" y="167231"/>
                  <a:pt x="723900" y="174811"/>
                  <a:pt x="714375" y="181161"/>
                </a:cubicBezTo>
                <a:cubicBezTo>
                  <a:pt x="708025" y="190686"/>
                  <a:pt x="705033" y="203669"/>
                  <a:pt x="695325" y="209736"/>
                </a:cubicBezTo>
                <a:cubicBezTo>
                  <a:pt x="678297" y="220379"/>
                  <a:pt x="638175" y="228786"/>
                  <a:pt x="638175" y="228786"/>
                </a:cubicBezTo>
                <a:cubicBezTo>
                  <a:pt x="602976" y="281584"/>
                  <a:pt x="639264" y="239823"/>
                  <a:pt x="590550" y="266886"/>
                </a:cubicBezTo>
                <a:cubicBezTo>
                  <a:pt x="570536" y="278005"/>
                  <a:pt x="533400" y="304986"/>
                  <a:pt x="533400" y="304986"/>
                </a:cubicBezTo>
                <a:cubicBezTo>
                  <a:pt x="520700" y="324036"/>
                  <a:pt x="500853" y="339924"/>
                  <a:pt x="495300" y="362136"/>
                </a:cubicBezTo>
                <a:cubicBezTo>
                  <a:pt x="484686" y="404592"/>
                  <a:pt x="492125" y="373249"/>
                  <a:pt x="485775" y="390711"/>
                </a:cubicBezTo>
                <a:close/>
              </a:path>
            </a:pathLst>
          </a:custGeom>
          <a:solidFill>
            <a:srgbClr val="C5E0B4">
              <a:alpha val="2509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171450" y="1445213"/>
            <a:ext cx="5829689" cy="3486150"/>
          </a:xfrm>
          <a:custGeom>
            <a:rect b="b" l="l" r="r" t="t"/>
            <a:pathLst>
              <a:path extrusionOk="0" h="3486150" w="5829689">
                <a:moveTo>
                  <a:pt x="4743450" y="3429000"/>
                </a:moveTo>
                <a:cubicBezTo>
                  <a:pt x="4870450" y="3432175"/>
                  <a:pt x="4774221" y="3449914"/>
                  <a:pt x="4791075" y="3457575"/>
                </a:cubicBezTo>
                <a:cubicBezTo>
                  <a:pt x="4839016" y="3479366"/>
                  <a:pt x="4862455" y="3478658"/>
                  <a:pt x="4914900" y="3486150"/>
                </a:cubicBezTo>
                <a:cubicBezTo>
                  <a:pt x="4994275" y="3482975"/>
                  <a:pt x="5073762" y="3481909"/>
                  <a:pt x="5153025" y="3476625"/>
                </a:cubicBezTo>
                <a:cubicBezTo>
                  <a:pt x="5173545" y="3475257"/>
                  <a:pt x="5217241" y="3462355"/>
                  <a:pt x="5238750" y="3457575"/>
                </a:cubicBezTo>
                <a:cubicBezTo>
                  <a:pt x="5347581" y="3433390"/>
                  <a:pt x="5231557" y="3461754"/>
                  <a:pt x="5324475" y="3438525"/>
                </a:cubicBezTo>
                <a:cubicBezTo>
                  <a:pt x="5337175" y="3429000"/>
                  <a:pt x="5348792" y="3417826"/>
                  <a:pt x="5362575" y="3409950"/>
                </a:cubicBezTo>
                <a:cubicBezTo>
                  <a:pt x="5371292" y="3404969"/>
                  <a:pt x="5384050" y="3407525"/>
                  <a:pt x="5391150" y="3400425"/>
                </a:cubicBezTo>
                <a:cubicBezTo>
                  <a:pt x="5407339" y="3384236"/>
                  <a:pt x="5416550" y="3362325"/>
                  <a:pt x="5429250" y="3343275"/>
                </a:cubicBezTo>
                <a:cubicBezTo>
                  <a:pt x="5435600" y="3333750"/>
                  <a:pt x="5444680" y="3325560"/>
                  <a:pt x="5448300" y="3314700"/>
                </a:cubicBezTo>
                <a:lnTo>
                  <a:pt x="5467350" y="3257550"/>
                </a:lnTo>
                <a:cubicBezTo>
                  <a:pt x="5470525" y="3200400"/>
                  <a:pt x="5465201" y="3142135"/>
                  <a:pt x="5476875" y="3086100"/>
                </a:cubicBezTo>
                <a:cubicBezTo>
                  <a:pt x="5481545" y="3063686"/>
                  <a:pt x="5514975" y="3028950"/>
                  <a:pt x="5514975" y="3028950"/>
                </a:cubicBezTo>
                <a:cubicBezTo>
                  <a:pt x="5518150" y="3009900"/>
                  <a:pt x="5520941" y="2990782"/>
                  <a:pt x="5524500" y="2971800"/>
                </a:cubicBezTo>
                <a:cubicBezTo>
                  <a:pt x="5530467" y="2939976"/>
                  <a:pt x="5538971" y="2908603"/>
                  <a:pt x="5543550" y="2876550"/>
                </a:cubicBezTo>
                <a:cubicBezTo>
                  <a:pt x="5546725" y="2854325"/>
                  <a:pt x="5549059" y="2831964"/>
                  <a:pt x="5553075" y="2809875"/>
                </a:cubicBezTo>
                <a:cubicBezTo>
                  <a:pt x="5557859" y="2783563"/>
                  <a:pt x="5563964" y="2767683"/>
                  <a:pt x="5572125" y="2743200"/>
                </a:cubicBezTo>
                <a:cubicBezTo>
                  <a:pt x="5580713" y="2459808"/>
                  <a:pt x="5588473" y="2431923"/>
                  <a:pt x="5572125" y="2162175"/>
                </a:cubicBezTo>
                <a:cubicBezTo>
                  <a:pt x="5571146" y="2146015"/>
                  <a:pt x="5564740" y="2130597"/>
                  <a:pt x="5562600" y="2114550"/>
                </a:cubicBezTo>
                <a:cubicBezTo>
                  <a:pt x="5540328" y="1947511"/>
                  <a:pt x="5564983" y="2078839"/>
                  <a:pt x="5543550" y="1971675"/>
                </a:cubicBezTo>
                <a:cubicBezTo>
                  <a:pt x="5546725" y="1908175"/>
                  <a:pt x="5545189" y="1844263"/>
                  <a:pt x="5553075" y="1781175"/>
                </a:cubicBezTo>
                <a:cubicBezTo>
                  <a:pt x="5554836" y="1767086"/>
                  <a:pt x="5566532" y="1756126"/>
                  <a:pt x="5572125" y="1743075"/>
                </a:cubicBezTo>
                <a:cubicBezTo>
                  <a:pt x="5576080" y="1733847"/>
                  <a:pt x="5576669" y="1723217"/>
                  <a:pt x="5581650" y="1714500"/>
                </a:cubicBezTo>
                <a:cubicBezTo>
                  <a:pt x="5598908" y="1684299"/>
                  <a:pt x="5614533" y="1677309"/>
                  <a:pt x="5629275" y="1647825"/>
                </a:cubicBezTo>
                <a:cubicBezTo>
                  <a:pt x="5650003" y="1606368"/>
                  <a:pt x="5624816" y="1627398"/>
                  <a:pt x="5657850" y="1581150"/>
                </a:cubicBezTo>
                <a:cubicBezTo>
                  <a:pt x="5665680" y="1570189"/>
                  <a:pt x="5676900" y="1562100"/>
                  <a:pt x="5686425" y="1552575"/>
                </a:cubicBezTo>
                <a:cubicBezTo>
                  <a:pt x="5689600" y="1536700"/>
                  <a:pt x="5691298" y="1520457"/>
                  <a:pt x="5695950" y="1504950"/>
                </a:cubicBezTo>
                <a:cubicBezTo>
                  <a:pt x="5700863" y="1488573"/>
                  <a:pt x="5708997" y="1473334"/>
                  <a:pt x="5715000" y="1457325"/>
                </a:cubicBezTo>
                <a:cubicBezTo>
                  <a:pt x="5728703" y="1420785"/>
                  <a:pt x="5722040" y="1432683"/>
                  <a:pt x="5734050" y="1390650"/>
                </a:cubicBezTo>
                <a:cubicBezTo>
                  <a:pt x="5736808" y="1380996"/>
                  <a:pt x="5741140" y="1371815"/>
                  <a:pt x="5743575" y="1362075"/>
                </a:cubicBezTo>
                <a:cubicBezTo>
                  <a:pt x="5747502" y="1346369"/>
                  <a:pt x="5749588" y="1330254"/>
                  <a:pt x="5753100" y="1314450"/>
                </a:cubicBezTo>
                <a:cubicBezTo>
                  <a:pt x="5755940" y="1301671"/>
                  <a:pt x="5759785" y="1289129"/>
                  <a:pt x="5762625" y="1276350"/>
                </a:cubicBezTo>
                <a:cubicBezTo>
                  <a:pt x="5766137" y="1260546"/>
                  <a:pt x="5767030" y="1244084"/>
                  <a:pt x="5772150" y="1228725"/>
                </a:cubicBezTo>
                <a:cubicBezTo>
                  <a:pt x="5776640" y="1215255"/>
                  <a:pt x="5785607" y="1203676"/>
                  <a:pt x="5791200" y="1190625"/>
                </a:cubicBezTo>
                <a:cubicBezTo>
                  <a:pt x="5800988" y="1167787"/>
                  <a:pt x="5803345" y="1148117"/>
                  <a:pt x="5810250" y="1123950"/>
                </a:cubicBezTo>
                <a:cubicBezTo>
                  <a:pt x="5813008" y="1114296"/>
                  <a:pt x="5816600" y="1104900"/>
                  <a:pt x="5819775" y="1095375"/>
                </a:cubicBezTo>
                <a:cubicBezTo>
                  <a:pt x="5807631" y="658202"/>
                  <a:pt x="5869420" y="862792"/>
                  <a:pt x="5781675" y="704850"/>
                </a:cubicBezTo>
                <a:cubicBezTo>
                  <a:pt x="5774779" y="692438"/>
                  <a:pt x="5768975" y="679450"/>
                  <a:pt x="5762625" y="666750"/>
                </a:cubicBezTo>
                <a:cubicBezTo>
                  <a:pt x="5754189" y="616135"/>
                  <a:pt x="5759220" y="611772"/>
                  <a:pt x="5734050" y="571500"/>
                </a:cubicBezTo>
                <a:cubicBezTo>
                  <a:pt x="5725636" y="558038"/>
                  <a:pt x="5716700" y="544625"/>
                  <a:pt x="5705475" y="533400"/>
                </a:cubicBezTo>
                <a:cubicBezTo>
                  <a:pt x="5685234" y="513159"/>
                  <a:pt x="5653833" y="506215"/>
                  <a:pt x="5629275" y="495300"/>
                </a:cubicBezTo>
                <a:cubicBezTo>
                  <a:pt x="5616300" y="489533"/>
                  <a:pt x="5604470" y="481236"/>
                  <a:pt x="5591175" y="476250"/>
                </a:cubicBezTo>
                <a:cubicBezTo>
                  <a:pt x="5578918" y="471653"/>
                  <a:pt x="5566147" y="467432"/>
                  <a:pt x="5553075" y="466725"/>
                </a:cubicBezTo>
                <a:cubicBezTo>
                  <a:pt x="5448405" y="461067"/>
                  <a:pt x="5343525" y="460375"/>
                  <a:pt x="5238750" y="457200"/>
                </a:cubicBezTo>
                <a:lnTo>
                  <a:pt x="5172075" y="447675"/>
                </a:lnTo>
                <a:cubicBezTo>
                  <a:pt x="5143546" y="444109"/>
                  <a:pt x="5114812" y="442216"/>
                  <a:pt x="5086350" y="438150"/>
                </a:cubicBezTo>
                <a:cubicBezTo>
                  <a:pt x="5070323" y="435860"/>
                  <a:pt x="5054858" y="429969"/>
                  <a:pt x="5038725" y="428625"/>
                </a:cubicBezTo>
                <a:cubicBezTo>
                  <a:pt x="4914352" y="418261"/>
                  <a:pt x="4624135" y="412229"/>
                  <a:pt x="4533900" y="409575"/>
                </a:cubicBezTo>
                <a:cubicBezTo>
                  <a:pt x="4511675" y="406400"/>
                  <a:pt x="4489598" y="401914"/>
                  <a:pt x="4467225" y="400050"/>
                </a:cubicBezTo>
                <a:cubicBezTo>
                  <a:pt x="4413343" y="395560"/>
                  <a:pt x="4358983" y="396967"/>
                  <a:pt x="4305300" y="390525"/>
                </a:cubicBezTo>
                <a:cubicBezTo>
                  <a:pt x="4279305" y="387406"/>
                  <a:pt x="4229100" y="371475"/>
                  <a:pt x="4229100" y="371475"/>
                </a:cubicBezTo>
                <a:cubicBezTo>
                  <a:pt x="4219575" y="365125"/>
                  <a:pt x="4211586" y="355375"/>
                  <a:pt x="4200525" y="352425"/>
                </a:cubicBezTo>
                <a:cubicBezTo>
                  <a:pt x="4163204" y="342473"/>
                  <a:pt x="4124100" y="340950"/>
                  <a:pt x="4086225" y="333375"/>
                </a:cubicBezTo>
                <a:cubicBezTo>
                  <a:pt x="4070350" y="330200"/>
                  <a:pt x="4054219" y="328110"/>
                  <a:pt x="4038600" y="323850"/>
                </a:cubicBezTo>
                <a:cubicBezTo>
                  <a:pt x="4019227" y="318566"/>
                  <a:pt x="4000500" y="311150"/>
                  <a:pt x="3981450" y="304800"/>
                </a:cubicBezTo>
                <a:lnTo>
                  <a:pt x="3952875" y="295275"/>
                </a:lnTo>
                <a:cubicBezTo>
                  <a:pt x="3876497" y="237991"/>
                  <a:pt x="3953105" y="287747"/>
                  <a:pt x="3876675" y="257175"/>
                </a:cubicBezTo>
                <a:cubicBezTo>
                  <a:pt x="3825192" y="236582"/>
                  <a:pt x="3773870" y="215298"/>
                  <a:pt x="3724275" y="190500"/>
                </a:cubicBezTo>
                <a:cubicBezTo>
                  <a:pt x="3705225" y="180975"/>
                  <a:pt x="3686588" y="170575"/>
                  <a:pt x="3667125" y="161925"/>
                </a:cubicBezTo>
                <a:cubicBezTo>
                  <a:pt x="3657950" y="157847"/>
                  <a:pt x="3648290" y="154835"/>
                  <a:pt x="3638550" y="152400"/>
                </a:cubicBezTo>
                <a:cubicBezTo>
                  <a:pt x="3572058" y="135777"/>
                  <a:pt x="3505171" y="120770"/>
                  <a:pt x="3438525" y="104775"/>
                </a:cubicBezTo>
                <a:lnTo>
                  <a:pt x="3400425" y="95250"/>
                </a:lnTo>
                <a:cubicBezTo>
                  <a:pt x="3387725" y="92075"/>
                  <a:pt x="3375238" y="87877"/>
                  <a:pt x="3362325" y="85725"/>
                </a:cubicBezTo>
                <a:cubicBezTo>
                  <a:pt x="3324225" y="79375"/>
                  <a:pt x="3286414" y="70940"/>
                  <a:pt x="3248025" y="66675"/>
                </a:cubicBezTo>
                <a:cubicBezTo>
                  <a:pt x="3111712" y="51529"/>
                  <a:pt x="3190995" y="58943"/>
                  <a:pt x="3009900" y="47625"/>
                </a:cubicBezTo>
                <a:cubicBezTo>
                  <a:pt x="2990850" y="44450"/>
                  <a:pt x="2971914" y="40495"/>
                  <a:pt x="2952750" y="38100"/>
                </a:cubicBezTo>
                <a:cubicBezTo>
                  <a:pt x="2894279" y="30791"/>
                  <a:pt x="2776033" y="21560"/>
                  <a:pt x="2724150" y="19050"/>
                </a:cubicBezTo>
                <a:lnTo>
                  <a:pt x="2266950" y="0"/>
                </a:lnTo>
                <a:lnTo>
                  <a:pt x="1276350" y="9525"/>
                </a:lnTo>
                <a:cubicBezTo>
                  <a:pt x="1266312" y="9713"/>
                  <a:pt x="1257576" y="16872"/>
                  <a:pt x="1247775" y="19050"/>
                </a:cubicBezTo>
                <a:cubicBezTo>
                  <a:pt x="1221046" y="24990"/>
                  <a:pt x="1148637" y="34302"/>
                  <a:pt x="1123950" y="38100"/>
                </a:cubicBezTo>
                <a:cubicBezTo>
                  <a:pt x="1104862" y="41037"/>
                  <a:pt x="1085888" y="44688"/>
                  <a:pt x="1066800" y="47625"/>
                </a:cubicBezTo>
                <a:cubicBezTo>
                  <a:pt x="1013047" y="55895"/>
                  <a:pt x="984849" y="55640"/>
                  <a:pt x="933450" y="76200"/>
                </a:cubicBezTo>
                <a:cubicBezTo>
                  <a:pt x="907083" y="86747"/>
                  <a:pt x="882181" y="100702"/>
                  <a:pt x="857250" y="114300"/>
                </a:cubicBezTo>
                <a:cubicBezTo>
                  <a:pt x="847200" y="119782"/>
                  <a:pt x="839394" y="129330"/>
                  <a:pt x="828675" y="133350"/>
                </a:cubicBezTo>
                <a:cubicBezTo>
                  <a:pt x="813516" y="139034"/>
                  <a:pt x="796669" y="138615"/>
                  <a:pt x="781050" y="142875"/>
                </a:cubicBezTo>
                <a:cubicBezTo>
                  <a:pt x="714314" y="161076"/>
                  <a:pt x="726773" y="160010"/>
                  <a:pt x="666750" y="200025"/>
                </a:cubicBezTo>
                <a:lnTo>
                  <a:pt x="638175" y="219075"/>
                </a:lnTo>
                <a:cubicBezTo>
                  <a:pt x="631825" y="228600"/>
                  <a:pt x="626454" y="238856"/>
                  <a:pt x="619125" y="247650"/>
                </a:cubicBezTo>
                <a:cubicBezTo>
                  <a:pt x="610501" y="257998"/>
                  <a:pt x="598632" y="265449"/>
                  <a:pt x="590550" y="276225"/>
                </a:cubicBezTo>
                <a:cubicBezTo>
                  <a:pt x="576609" y="294814"/>
                  <a:pt x="559554" y="332470"/>
                  <a:pt x="542925" y="352425"/>
                </a:cubicBezTo>
                <a:cubicBezTo>
                  <a:pt x="534301" y="362773"/>
                  <a:pt x="523116" y="370773"/>
                  <a:pt x="514350" y="381000"/>
                </a:cubicBezTo>
                <a:cubicBezTo>
                  <a:pt x="504019" y="393053"/>
                  <a:pt x="494189" y="405638"/>
                  <a:pt x="485775" y="419100"/>
                </a:cubicBezTo>
                <a:cubicBezTo>
                  <a:pt x="478250" y="431141"/>
                  <a:pt x="475815" y="446292"/>
                  <a:pt x="466725" y="457200"/>
                </a:cubicBezTo>
                <a:cubicBezTo>
                  <a:pt x="459396" y="465994"/>
                  <a:pt x="447675" y="469900"/>
                  <a:pt x="438150" y="476250"/>
                </a:cubicBezTo>
                <a:cubicBezTo>
                  <a:pt x="425450" y="501650"/>
                  <a:pt x="417089" y="529732"/>
                  <a:pt x="400050" y="552450"/>
                </a:cubicBezTo>
                <a:cubicBezTo>
                  <a:pt x="393578" y="561079"/>
                  <a:pt x="359389" y="605197"/>
                  <a:pt x="352425" y="619125"/>
                </a:cubicBezTo>
                <a:cubicBezTo>
                  <a:pt x="347935" y="628105"/>
                  <a:pt x="345658" y="638046"/>
                  <a:pt x="342900" y="647700"/>
                </a:cubicBezTo>
                <a:cubicBezTo>
                  <a:pt x="339304" y="660287"/>
                  <a:pt x="339229" y="674091"/>
                  <a:pt x="333375" y="685800"/>
                </a:cubicBezTo>
                <a:cubicBezTo>
                  <a:pt x="305594" y="741363"/>
                  <a:pt x="305991" y="735806"/>
                  <a:pt x="266700" y="762000"/>
                </a:cubicBezTo>
                <a:cubicBezTo>
                  <a:pt x="260350" y="771525"/>
                  <a:pt x="252299" y="780114"/>
                  <a:pt x="247650" y="790575"/>
                </a:cubicBezTo>
                <a:cubicBezTo>
                  <a:pt x="239495" y="808925"/>
                  <a:pt x="239739" y="831017"/>
                  <a:pt x="228600" y="847725"/>
                </a:cubicBezTo>
                <a:cubicBezTo>
                  <a:pt x="174005" y="929617"/>
                  <a:pt x="239460" y="826005"/>
                  <a:pt x="200025" y="904875"/>
                </a:cubicBezTo>
                <a:cubicBezTo>
                  <a:pt x="194905" y="915114"/>
                  <a:pt x="185624" y="922989"/>
                  <a:pt x="180975" y="933450"/>
                </a:cubicBezTo>
                <a:cubicBezTo>
                  <a:pt x="172820" y="951800"/>
                  <a:pt x="173064" y="973892"/>
                  <a:pt x="161925" y="990600"/>
                </a:cubicBezTo>
                <a:cubicBezTo>
                  <a:pt x="155575" y="1000125"/>
                  <a:pt x="148357" y="1009125"/>
                  <a:pt x="142875" y="1019175"/>
                </a:cubicBezTo>
                <a:cubicBezTo>
                  <a:pt x="129277" y="1044106"/>
                  <a:pt x="120527" y="1071746"/>
                  <a:pt x="104775" y="1095375"/>
                </a:cubicBezTo>
                <a:cubicBezTo>
                  <a:pt x="56406" y="1167929"/>
                  <a:pt x="78455" y="1132892"/>
                  <a:pt x="38100" y="1200150"/>
                </a:cubicBezTo>
                <a:cubicBezTo>
                  <a:pt x="33538" y="1218400"/>
                  <a:pt x="20149" y="1269385"/>
                  <a:pt x="19050" y="1285875"/>
                </a:cubicBezTo>
                <a:cubicBezTo>
                  <a:pt x="-1294" y="1591037"/>
                  <a:pt x="27177" y="1435739"/>
                  <a:pt x="0" y="1571625"/>
                </a:cubicBezTo>
                <a:cubicBezTo>
                  <a:pt x="3175" y="1806575"/>
                  <a:pt x="3502" y="2041581"/>
                  <a:pt x="9525" y="2276475"/>
                </a:cubicBezTo>
                <a:cubicBezTo>
                  <a:pt x="9861" y="2289562"/>
                  <a:pt x="15288" y="2302036"/>
                  <a:pt x="19050" y="2314575"/>
                </a:cubicBezTo>
                <a:cubicBezTo>
                  <a:pt x="31375" y="2355659"/>
                  <a:pt x="37050" y="2374650"/>
                  <a:pt x="57150" y="2409825"/>
                </a:cubicBezTo>
                <a:cubicBezTo>
                  <a:pt x="62830" y="2419764"/>
                  <a:pt x="69850" y="2428875"/>
                  <a:pt x="76200" y="2438400"/>
                </a:cubicBezTo>
                <a:cubicBezTo>
                  <a:pt x="79375" y="2454275"/>
                  <a:pt x="82085" y="2470250"/>
                  <a:pt x="85725" y="2486025"/>
                </a:cubicBezTo>
                <a:cubicBezTo>
                  <a:pt x="91612" y="2511536"/>
                  <a:pt x="101528" y="2536245"/>
                  <a:pt x="104775" y="2562225"/>
                </a:cubicBezTo>
                <a:cubicBezTo>
                  <a:pt x="107950" y="2587625"/>
                  <a:pt x="109280" y="2613324"/>
                  <a:pt x="114300" y="2638425"/>
                </a:cubicBezTo>
                <a:cubicBezTo>
                  <a:pt x="124457" y="2689211"/>
                  <a:pt x="151647" y="2761245"/>
                  <a:pt x="180975" y="2800350"/>
                </a:cubicBezTo>
                <a:cubicBezTo>
                  <a:pt x="257175" y="2901950"/>
                  <a:pt x="158750" y="2778125"/>
                  <a:pt x="247650" y="2867025"/>
                </a:cubicBezTo>
                <a:cubicBezTo>
                  <a:pt x="299549" y="2918924"/>
                  <a:pt x="250223" y="2896458"/>
                  <a:pt x="304800" y="2914650"/>
                </a:cubicBezTo>
                <a:cubicBezTo>
                  <a:pt x="311150" y="2924175"/>
                  <a:pt x="315235" y="2935687"/>
                  <a:pt x="323850" y="2943225"/>
                </a:cubicBezTo>
                <a:cubicBezTo>
                  <a:pt x="367710" y="2981603"/>
                  <a:pt x="376091" y="2975798"/>
                  <a:pt x="419100" y="3000375"/>
                </a:cubicBezTo>
                <a:cubicBezTo>
                  <a:pt x="429039" y="3006055"/>
                  <a:pt x="437436" y="3014305"/>
                  <a:pt x="447675" y="3019425"/>
                </a:cubicBezTo>
                <a:cubicBezTo>
                  <a:pt x="456655" y="3023915"/>
                  <a:pt x="467473" y="3024074"/>
                  <a:pt x="476250" y="3028950"/>
                </a:cubicBezTo>
                <a:cubicBezTo>
                  <a:pt x="496264" y="3040069"/>
                  <a:pt x="514350" y="3054350"/>
                  <a:pt x="533400" y="3067050"/>
                </a:cubicBezTo>
                <a:cubicBezTo>
                  <a:pt x="542925" y="3073400"/>
                  <a:pt x="551115" y="3082480"/>
                  <a:pt x="561975" y="3086100"/>
                </a:cubicBezTo>
                <a:cubicBezTo>
                  <a:pt x="633799" y="3110041"/>
                  <a:pt x="545267" y="3077746"/>
                  <a:pt x="619125" y="3114675"/>
                </a:cubicBezTo>
                <a:cubicBezTo>
                  <a:pt x="628105" y="3119165"/>
                  <a:pt x="638923" y="3119324"/>
                  <a:pt x="647700" y="3124200"/>
                </a:cubicBezTo>
                <a:cubicBezTo>
                  <a:pt x="656719" y="3129210"/>
                  <a:pt x="736593" y="3185581"/>
                  <a:pt x="752475" y="3190875"/>
                </a:cubicBezTo>
                <a:cubicBezTo>
                  <a:pt x="784533" y="3201561"/>
                  <a:pt x="786194" y="3200618"/>
                  <a:pt x="819150" y="3219450"/>
                </a:cubicBezTo>
                <a:cubicBezTo>
                  <a:pt x="829089" y="3225130"/>
                  <a:pt x="837486" y="3233380"/>
                  <a:pt x="847725" y="3238500"/>
                </a:cubicBezTo>
                <a:cubicBezTo>
                  <a:pt x="861390" y="3245332"/>
                  <a:pt x="902193" y="3254498"/>
                  <a:pt x="914400" y="3257550"/>
                </a:cubicBezTo>
                <a:cubicBezTo>
                  <a:pt x="940470" y="3277103"/>
                  <a:pt x="959221" y="3294715"/>
                  <a:pt x="990600" y="3305175"/>
                </a:cubicBezTo>
                <a:cubicBezTo>
                  <a:pt x="1012454" y="3312460"/>
                  <a:pt x="1066538" y="3321391"/>
                  <a:pt x="1095375" y="3333750"/>
                </a:cubicBezTo>
                <a:cubicBezTo>
                  <a:pt x="1108426" y="3339343"/>
                  <a:pt x="1120180" y="3347814"/>
                  <a:pt x="1133475" y="3352800"/>
                </a:cubicBezTo>
                <a:cubicBezTo>
                  <a:pt x="1145732" y="3357397"/>
                  <a:pt x="1159318" y="3357728"/>
                  <a:pt x="1171575" y="3362325"/>
                </a:cubicBezTo>
                <a:cubicBezTo>
                  <a:pt x="1184870" y="3367311"/>
                  <a:pt x="1196075" y="3377295"/>
                  <a:pt x="1209675" y="3381375"/>
                </a:cubicBezTo>
                <a:cubicBezTo>
                  <a:pt x="1228173" y="3386924"/>
                  <a:pt x="1247972" y="3386710"/>
                  <a:pt x="1266825" y="3390900"/>
                </a:cubicBezTo>
                <a:cubicBezTo>
                  <a:pt x="1276626" y="3393078"/>
                  <a:pt x="1285555" y="3398456"/>
                  <a:pt x="1295400" y="3400425"/>
                </a:cubicBezTo>
                <a:cubicBezTo>
                  <a:pt x="1322391" y="3405823"/>
                  <a:pt x="1413937" y="3415998"/>
                  <a:pt x="1438275" y="3419475"/>
                </a:cubicBezTo>
                <a:cubicBezTo>
                  <a:pt x="1457394" y="3422206"/>
                  <a:pt x="1476375" y="3425825"/>
                  <a:pt x="1495425" y="3429000"/>
                </a:cubicBezTo>
                <a:cubicBezTo>
                  <a:pt x="1711325" y="3425825"/>
                  <a:pt x="1927339" y="3427182"/>
                  <a:pt x="2143125" y="3419475"/>
                </a:cubicBezTo>
                <a:cubicBezTo>
                  <a:pt x="2194288" y="3417648"/>
                  <a:pt x="2245858" y="3412842"/>
                  <a:pt x="2295525" y="3400425"/>
                </a:cubicBezTo>
                <a:cubicBezTo>
                  <a:pt x="2308225" y="3397250"/>
                  <a:pt x="2321407" y="3395599"/>
                  <a:pt x="2333625" y="3390900"/>
                </a:cubicBezTo>
                <a:cubicBezTo>
                  <a:pt x="2362811" y="3379675"/>
                  <a:pt x="2389685" y="3362688"/>
                  <a:pt x="2419350" y="3352800"/>
                </a:cubicBezTo>
                <a:cubicBezTo>
                  <a:pt x="2437672" y="3346693"/>
                  <a:pt x="2457499" y="3346730"/>
                  <a:pt x="2476500" y="3343275"/>
                </a:cubicBezTo>
                <a:cubicBezTo>
                  <a:pt x="2492428" y="3340379"/>
                  <a:pt x="2508250" y="3336925"/>
                  <a:pt x="2524125" y="3333750"/>
                </a:cubicBezTo>
                <a:cubicBezTo>
                  <a:pt x="2616267" y="3341429"/>
                  <a:pt x="2709030" y="3347105"/>
                  <a:pt x="2800350" y="3362325"/>
                </a:cubicBezTo>
                <a:cubicBezTo>
                  <a:pt x="2816319" y="3364987"/>
                  <a:pt x="2832006" y="3369188"/>
                  <a:pt x="2847975" y="3371850"/>
                </a:cubicBezTo>
                <a:cubicBezTo>
                  <a:pt x="2870120" y="3375541"/>
                  <a:pt x="2892541" y="3377473"/>
                  <a:pt x="2914650" y="3381375"/>
                </a:cubicBezTo>
                <a:cubicBezTo>
                  <a:pt x="2946536" y="3387002"/>
                  <a:pt x="2977526" y="3399876"/>
                  <a:pt x="3009900" y="3400425"/>
                </a:cubicBezTo>
                <a:lnTo>
                  <a:pt x="3571875" y="3409950"/>
                </a:lnTo>
                <a:cubicBezTo>
                  <a:pt x="3793349" y="3430084"/>
                  <a:pt x="3553000" y="3409959"/>
                  <a:pt x="3905250" y="3429000"/>
                </a:cubicBezTo>
                <a:cubicBezTo>
                  <a:pt x="3946587" y="3431234"/>
                  <a:pt x="3987690" y="3437528"/>
                  <a:pt x="4029075" y="3438525"/>
                </a:cubicBezTo>
                <a:cubicBezTo>
                  <a:pt x="4254457" y="3443956"/>
                  <a:pt x="4616450" y="3425825"/>
                  <a:pt x="4743450" y="3429000"/>
                </a:cubicBezTo>
                <a:close/>
              </a:path>
            </a:pathLst>
          </a:custGeom>
          <a:solidFill>
            <a:srgbClr val="FEFC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angular logos"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1144605" y="185750"/>
            <a:ext cx="7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Arquitectura de </a:t>
            </a:r>
            <a:r>
              <a:rPr b="1" lang="es-CL" sz="2800">
                <a:solidFill>
                  <a:srgbClr val="0070C0"/>
                </a:solidFill>
              </a:rPr>
              <a:t>nuestra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Aplicación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entana del explorador" id="120" name="Google Shape;1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0614" y="178422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ntana del explorador" id="121" name="Google Shape;12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27916" y="188076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se de datos" id="122" name="Google Shape;12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9512" y="4356036"/>
            <a:ext cx="914400" cy="7758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o" id="123" name="Google Shape;12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30983" y="2511748"/>
            <a:ext cx="678236" cy="678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24" name="Google Shape;124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1459443" y="2136248"/>
            <a:ext cx="364024" cy="377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04847" y="2197924"/>
            <a:ext cx="360538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/>
          <p:nvPr/>
        </p:nvSpPr>
        <p:spPr>
          <a:xfrm>
            <a:off x="1083657" y="1624050"/>
            <a:ext cx="137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 cliente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6653468" y="1693528"/>
            <a:ext cx="137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 servidor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8002729" y="2977027"/>
            <a:ext cx="73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app.js</a:t>
            </a:r>
            <a:endParaRPr/>
          </a:p>
        </p:txBody>
      </p:sp>
      <p:pic>
        <p:nvPicPr>
          <p:cNvPr descr="mysql-logo - Red Code'" id="129" name="Google Shape;129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64696" y="3919855"/>
            <a:ext cx="515804" cy="51580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"/>
          <p:cNvSpPr/>
          <p:nvPr/>
        </p:nvSpPr>
        <p:spPr>
          <a:xfrm>
            <a:off x="2695131" y="2239250"/>
            <a:ext cx="73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app.ts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Documento" id="131" name="Google Shape;13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55296" y="3219250"/>
            <a:ext cx="678236" cy="678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/>
          <p:nvPr/>
        </p:nvSpPr>
        <p:spPr>
          <a:xfrm>
            <a:off x="4273662" y="2244138"/>
            <a:ext cx="1106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product.ts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Documento" id="133" name="Google Shape;13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10801" y="2528642"/>
            <a:ext cx="678236" cy="678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7769" y="3076314"/>
            <a:ext cx="914401" cy="3585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o" id="135" name="Google Shape;13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0468" y="3066586"/>
            <a:ext cx="678236" cy="678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/>
          <p:cNvSpPr/>
          <p:nvPr/>
        </p:nvSpPr>
        <p:spPr>
          <a:xfrm>
            <a:off x="349272" y="2811575"/>
            <a:ext cx="91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app.html</a:t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2377252" y="3128380"/>
            <a:ext cx="1365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crearProducto()</a:t>
            </a:r>
            <a:endParaRPr/>
          </a:p>
        </p:txBody>
      </p:sp>
      <p:pic>
        <p:nvPicPr>
          <p:cNvPr id="138" name="Google Shape;138;p3"/>
          <p:cNvPicPr preferRelativeResize="0"/>
          <p:nvPr/>
        </p:nvPicPr>
        <p:blipFill rotWithShape="1">
          <a:blip r:embed="rId11">
            <a:alphaModFix/>
          </a:blip>
          <a:srcRect b="33896" l="80941" r="12344" t="57524"/>
          <a:stretch/>
        </p:blipFill>
        <p:spPr>
          <a:xfrm>
            <a:off x="1100608" y="3784534"/>
            <a:ext cx="547206" cy="282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3"/>
          <p:cNvPicPr preferRelativeResize="0"/>
          <p:nvPr/>
        </p:nvPicPr>
        <p:blipFill rotWithShape="1">
          <a:blip r:embed="rId11">
            <a:alphaModFix/>
          </a:blip>
          <a:srcRect b="33408" l="87596" r="5213" t="57101"/>
          <a:stretch/>
        </p:blipFill>
        <p:spPr>
          <a:xfrm>
            <a:off x="1098819" y="3442716"/>
            <a:ext cx="571015" cy="30502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/>
          <p:nvPr/>
        </p:nvSpPr>
        <p:spPr>
          <a:xfrm>
            <a:off x="2356337" y="3462700"/>
            <a:ext cx="1445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borrarProducto()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2364439" y="3790723"/>
            <a:ext cx="1445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editarProducto()</a:t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2377252" y="4138730"/>
            <a:ext cx="993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ngOnInit()</a:t>
            </a:r>
            <a:endParaRPr/>
          </a:p>
        </p:txBody>
      </p:sp>
      <p:cxnSp>
        <p:nvCxnSpPr>
          <p:cNvPr id="143" name="Google Shape;143;p3"/>
          <p:cNvCxnSpPr>
            <a:stCxn id="134" idx="3"/>
            <a:endCxn id="137" idx="1"/>
          </p:cNvCxnSpPr>
          <p:nvPr/>
        </p:nvCxnSpPr>
        <p:spPr>
          <a:xfrm>
            <a:off x="1982170" y="3255608"/>
            <a:ext cx="395100" cy="3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44" name="Google Shape;144;p3"/>
          <p:cNvCxnSpPr>
            <a:stCxn id="139" idx="3"/>
            <a:endCxn id="140" idx="1"/>
          </p:cNvCxnSpPr>
          <p:nvPr/>
        </p:nvCxnSpPr>
        <p:spPr>
          <a:xfrm flipH="1" rot="10800000">
            <a:off x="1669834" y="3593426"/>
            <a:ext cx="686400" cy="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45" name="Google Shape;145;p3"/>
          <p:cNvCxnSpPr>
            <a:stCxn id="138" idx="3"/>
            <a:endCxn id="141" idx="1"/>
          </p:cNvCxnSpPr>
          <p:nvPr/>
        </p:nvCxnSpPr>
        <p:spPr>
          <a:xfrm flipH="1" rot="10800000">
            <a:off x="1647814" y="3921499"/>
            <a:ext cx="716700" cy="4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46" name="Google Shape;146;p3"/>
          <p:cNvSpPr/>
          <p:nvPr/>
        </p:nvSpPr>
        <p:spPr>
          <a:xfrm>
            <a:off x="4230667" y="3123220"/>
            <a:ext cx="1192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saveProduct()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4230667" y="3471226"/>
            <a:ext cx="1381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deleteProduct()</a:t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4230667" y="3785509"/>
            <a:ext cx="1381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updateProduct()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4230667" y="4135711"/>
            <a:ext cx="11928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getProducts()</a:t>
            </a:r>
            <a:endParaRPr/>
          </a:p>
        </p:txBody>
      </p:sp>
      <p:cxnSp>
        <p:nvCxnSpPr>
          <p:cNvPr id="150" name="Google Shape;150;p3"/>
          <p:cNvCxnSpPr>
            <a:stCxn id="137" idx="3"/>
            <a:endCxn id="146" idx="1"/>
          </p:cNvCxnSpPr>
          <p:nvPr/>
        </p:nvCxnSpPr>
        <p:spPr>
          <a:xfrm flipH="1" rot="10800000">
            <a:off x="3743152" y="3254080"/>
            <a:ext cx="487500" cy="5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51" name="Google Shape;151;p3"/>
          <p:cNvCxnSpPr>
            <a:stCxn id="140" idx="3"/>
            <a:endCxn id="147" idx="1"/>
          </p:cNvCxnSpPr>
          <p:nvPr/>
        </p:nvCxnSpPr>
        <p:spPr>
          <a:xfrm>
            <a:off x="3801737" y="3593500"/>
            <a:ext cx="429000" cy="8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52" name="Google Shape;152;p3"/>
          <p:cNvCxnSpPr>
            <a:stCxn id="141" idx="3"/>
            <a:endCxn id="148" idx="1"/>
          </p:cNvCxnSpPr>
          <p:nvPr/>
        </p:nvCxnSpPr>
        <p:spPr>
          <a:xfrm flipH="1" rot="10800000">
            <a:off x="3809839" y="3916423"/>
            <a:ext cx="420900" cy="5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53" name="Google Shape;153;p3"/>
          <p:cNvCxnSpPr>
            <a:stCxn id="149" idx="1"/>
            <a:endCxn id="142" idx="3"/>
          </p:cNvCxnSpPr>
          <p:nvPr/>
        </p:nvCxnSpPr>
        <p:spPr>
          <a:xfrm flipH="1">
            <a:off x="3370567" y="4268011"/>
            <a:ext cx="860100" cy="1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54" name="Google Shape;154;p3"/>
          <p:cNvSpPr/>
          <p:nvPr/>
        </p:nvSpPr>
        <p:spPr>
          <a:xfrm>
            <a:off x="5953854" y="3122078"/>
            <a:ext cx="1800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CL" sz="11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1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'/producto'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5948885" y="3467627"/>
            <a:ext cx="2262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CL" sz="11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1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'/producto/:id'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5948885" y="3792006"/>
            <a:ext cx="203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CL" sz="11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put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1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'/producto/:id'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5953854" y="4137555"/>
            <a:ext cx="1800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CL" sz="11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CL" sz="11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'/productos'</a:t>
            </a:r>
            <a:r>
              <a:rPr lang="es-CL" sz="11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  <p:cxnSp>
        <p:nvCxnSpPr>
          <p:cNvPr id="158" name="Google Shape;158;p3"/>
          <p:cNvCxnSpPr>
            <a:stCxn id="146" idx="3"/>
            <a:endCxn id="154" idx="1"/>
          </p:cNvCxnSpPr>
          <p:nvPr/>
        </p:nvCxnSpPr>
        <p:spPr>
          <a:xfrm flipH="1" rot="10800000">
            <a:off x="5423467" y="3252820"/>
            <a:ext cx="530400" cy="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59" name="Google Shape;159;p3"/>
          <p:cNvCxnSpPr>
            <a:stCxn id="147" idx="3"/>
            <a:endCxn id="155" idx="1"/>
          </p:cNvCxnSpPr>
          <p:nvPr/>
        </p:nvCxnSpPr>
        <p:spPr>
          <a:xfrm flipH="1" rot="10800000">
            <a:off x="5612467" y="3598426"/>
            <a:ext cx="336300" cy="3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60" name="Google Shape;160;p3"/>
          <p:cNvCxnSpPr>
            <a:stCxn id="148" idx="3"/>
            <a:endCxn id="156" idx="1"/>
          </p:cNvCxnSpPr>
          <p:nvPr/>
        </p:nvCxnSpPr>
        <p:spPr>
          <a:xfrm>
            <a:off x="5612467" y="3916309"/>
            <a:ext cx="336300" cy="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61" name="Google Shape;161;p3"/>
          <p:cNvCxnSpPr>
            <a:stCxn id="157" idx="1"/>
            <a:endCxn id="149" idx="3"/>
          </p:cNvCxnSpPr>
          <p:nvPr/>
        </p:nvCxnSpPr>
        <p:spPr>
          <a:xfrm rot="10800000">
            <a:off x="5423454" y="4268055"/>
            <a:ext cx="530400" cy="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62" name="Google Shape;162;p3"/>
          <p:cNvSpPr/>
          <p:nvPr/>
        </p:nvSpPr>
        <p:spPr>
          <a:xfrm>
            <a:off x="808499" y="4724501"/>
            <a:ext cx="1697100" cy="523200"/>
          </a:xfrm>
          <a:prstGeom prst="chevron">
            <a:avLst>
              <a:gd fmla="val 50000" name="adj"/>
            </a:avLst>
          </a:prstGeom>
          <a:solidFill>
            <a:srgbClr val="FFF2CC">
              <a:alpha val="88610"/>
            </a:srgbClr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500" lIns="71500" spcFirstLastPara="1" rIns="71500" wrap="square" tIns="7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95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VIsta</a:t>
            </a:r>
            <a:endParaRPr sz="1095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2211579" y="4724501"/>
            <a:ext cx="1697100" cy="523200"/>
          </a:xfrm>
          <a:prstGeom prst="chevron">
            <a:avLst>
              <a:gd fmla="val 50000" name="adj"/>
            </a:avLst>
          </a:prstGeom>
          <a:solidFill>
            <a:srgbClr val="FFF2CC">
              <a:alpha val="60759"/>
            </a:srgbClr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500" lIns="71500" spcFirstLastPara="1" rIns="71500" wrap="square" tIns="7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95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Lógica</a:t>
            </a:r>
            <a:endParaRPr sz="1095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3614805" y="4724501"/>
            <a:ext cx="1697100" cy="523200"/>
          </a:xfrm>
          <a:prstGeom prst="chevron">
            <a:avLst>
              <a:gd fmla="val 50000" name="adj"/>
            </a:avLst>
          </a:prstGeom>
          <a:solidFill>
            <a:srgbClr val="FFF2CC">
              <a:alpha val="35440"/>
            </a:srgbClr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500" lIns="71500" spcFirstLastPara="1" rIns="71500" wrap="square" tIns="7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95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Servicio</a:t>
            </a:r>
            <a:endParaRPr sz="1095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6231480" y="4724501"/>
            <a:ext cx="1697100" cy="523200"/>
          </a:xfrm>
          <a:prstGeom prst="chevron">
            <a:avLst>
              <a:gd fmla="val 50000" name="adj"/>
            </a:avLst>
          </a:prstGeom>
          <a:solidFill>
            <a:srgbClr val="C5E0B4">
              <a:alpha val="25099"/>
            </a:srgbClr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500" lIns="71500" spcFirstLastPara="1" rIns="71500" wrap="square" tIns="71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95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Operaciones</a:t>
            </a:r>
            <a:endParaRPr sz="1095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4" title="Captura de pantalla 2026-04-19 a la(s) 18.33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200" y="2116742"/>
            <a:ext cx="6344850" cy="3696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71" name="Google Shape;171;p4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 el servicio existente (Producto). Usar Observables, Inyección de dependencias y mapeo del flujo de resultado. </a:t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1343877" y="1822280"/>
            <a:ext cx="219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1445200" y="2148488"/>
            <a:ext cx="4245000" cy="6717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1610299" y="3942425"/>
            <a:ext cx="3397200" cy="2943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1608838" y="4321700"/>
            <a:ext cx="6142200" cy="11031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4794702" y="5509775"/>
            <a:ext cx="2710500" cy="877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3356807" y="3157688"/>
            <a:ext cx="2289300" cy="350400"/>
          </a:xfrm>
          <a:prstGeom prst="wedgeRectCallout">
            <a:avLst>
              <a:gd fmla="val -28219" name="adj1"/>
              <a:gd fmla="val 15436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Inyección de dependencia</a:t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5470905" y="3675638"/>
            <a:ext cx="1768800" cy="478500"/>
          </a:xfrm>
          <a:prstGeom prst="wedgeRectCallout">
            <a:avLst>
              <a:gd fmla="val -147144" name="adj1"/>
              <a:gd fmla="val 9080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 retornado: Observable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149200" y="4712050"/>
            <a:ext cx="1641000" cy="409500"/>
          </a:xfrm>
          <a:prstGeom prst="wedgeRectCallout">
            <a:avLst>
              <a:gd fmla="val 61191" name="adj1"/>
              <a:gd fmla="val 3518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Mapeo de datos</a:t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6219958" y="2276074"/>
            <a:ext cx="1768800" cy="478500"/>
          </a:xfrm>
          <a:prstGeom prst="wedgeRectCallout">
            <a:avLst>
              <a:gd fmla="val -101256" name="adj1"/>
              <a:gd fmla="val 1959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Importar Componentes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1343882" y="5740441"/>
            <a:ext cx="2398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Reemplazar el método </a:t>
            </a:r>
            <a:r>
              <a:rPr lang="es-CL" sz="16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getProducts() 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este nuevo código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1144588" y="185738"/>
            <a:ext cx="671369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Servicio Obtener Productos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4925275" y="5676825"/>
            <a:ext cx="83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En el servidor</a:t>
            </a:r>
            <a:endParaRPr/>
          </a:p>
        </p:txBody>
      </p:sp>
      <p:pic>
        <p:nvPicPr>
          <p:cNvPr id="187" name="Google Shape;187;p4" title="Captura de pantalla 2026-04-19 a la(s) 18.36.2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4000" y="5592351"/>
            <a:ext cx="1641000" cy="6921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4"/>
          <p:cNvCxnSpPr/>
          <p:nvPr/>
        </p:nvCxnSpPr>
        <p:spPr>
          <a:xfrm rot="10800000">
            <a:off x="4751275" y="5037925"/>
            <a:ext cx="1308000" cy="9525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5" title="Captura de pantalla 2026-04-19 a la(s) 18.42.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113" y="2452011"/>
            <a:ext cx="8105775" cy="1724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94" name="Google Shape;194;p5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5"/>
          <p:cNvSpPr txBox="1"/>
          <p:nvPr/>
        </p:nvSpPr>
        <p:spPr>
          <a:xfrm>
            <a:off x="1144609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Modificar el Hook OnInit - Componente A</a:t>
            </a:r>
            <a:r>
              <a:rPr b="1" lang="es-CL" sz="2800">
                <a:solidFill>
                  <a:srgbClr val="0070C0"/>
                </a:solidFill>
              </a:rPr>
              <a:t>pp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7" name="Google Shape;197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Modificaremos la manera en la cual invocamos al método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getProducts()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Ahora retorna un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Observable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por lo cual tenemos que subscribirnos a el.</a:t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415327" y="2201213"/>
            <a:ext cx="98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772450" y="2795950"/>
            <a:ext cx="7815000" cy="10599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5" title="Captura de pantalla 2026-04-19 a la(s) 21.37.5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838" y="4735700"/>
            <a:ext cx="8068324" cy="153447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5"/>
          <p:cNvSpPr/>
          <p:nvPr/>
        </p:nvSpPr>
        <p:spPr>
          <a:xfrm>
            <a:off x="627050" y="4827150"/>
            <a:ext cx="7815000" cy="10599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4894225" y="3165076"/>
            <a:ext cx="1743000" cy="1436700"/>
          </a:xfrm>
          <a:prstGeom prst="wedgeRectCallout">
            <a:avLst>
              <a:gd fmla="val -96702" name="adj1"/>
              <a:gd fmla="val -45329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Cuando se reciba el flujo de datos asíncrono desde el servicio (variable res) se </a:t>
            </a:r>
            <a:r>
              <a:rPr lang="es-CL">
                <a:solidFill>
                  <a:schemeClr val="dk1"/>
                </a:solidFill>
              </a:rPr>
              <a:t>setea</a:t>
            </a: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products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4894225" y="4943000"/>
            <a:ext cx="1414200" cy="1253100"/>
          </a:xfrm>
          <a:prstGeom prst="wedgeRectCallout">
            <a:avLst>
              <a:gd fmla="val -96702" name="adj1"/>
              <a:gd fmla="val -45329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S</a:t>
            </a: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s-CL">
                <a:solidFill>
                  <a:schemeClr val="dk1"/>
                </a:solidFill>
              </a:rPr>
              <a:t>recalcula automáticamente la lista filtrada de productos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9" name="Google Shape;209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 txBox="1"/>
          <p:nvPr/>
        </p:nvSpPr>
        <p:spPr>
          <a:xfrm>
            <a:off x="1144588" y="185738"/>
            <a:ext cx="35456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Iniciar la Aplicación</a:t>
            </a:r>
            <a:endParaRPr/>
          </a:p>
        </p:txBody>
      </p:sp>
      <p:cxnSp>
        <p:nvCxnSpPr>
          <p:cNvPr id="211" name="Google Shape;211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2" name="Google Shape;212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627063" y="1164637"/>
            <a:ext cx="3332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Ejecutar el servidor nodeJS:</a:t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627063" y="1655101"/>
            <a:ext cx="31899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Ejecutar el cliente Angular:</a:t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3960011" y="1193277"/>
            <a:ext cx="47545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npm start</a:t>
            </a:r>
            <a:endParaRPr sz="16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3761353" y="1683012"/>
            <a:ext cx="47545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ng serve -o</a:t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27063" y="2206468"/>
            <a:ext cx="81612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Visualizar las herramientas del desarrollador de chrome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463" y="2677458"/>
            <a:ext cx="8161228" cy="341083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" title="Captura de pantalla 2026-04-19 a la(s) 17.29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6204" y="4537523"/>
            <a:ext cx="2948954" cy="1824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224" name="Google Shape;224;p2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"/>
          <p:cNvSpPr txBox="1"/>
          <p:nvPr/>
        </p:nvSpPr>
        <p:spPr>
          <a:xfrm>
            <a:off x="1144588" y="185738"/>
            <a:ext cx="67521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Configuración de CORS en el Servidor</a:t>
            </a:r>
            <a:endParaRPr/>
          </a:p>
        </p:txBody>
      </p:sp>
      <p:cxnSp>
        <p:nvCxnSpPr>
          <p:cNvPr id="226" name="Google Shape;226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7" name="Google Shape;227;p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28" name="Google Shape;228;p2"/>
          <p:cNvSpPr/>
          <p:nvPr/>
        </p:nvSpPr>
        <p:spPr>
          <a:xfrm>
            <a:off x="627050" y="1164625"/>
            <a:ext cx="81057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enviar peticiones HTTP </a:t>
            </a:r>
            <a:r>
              <a:rPr lang="es-CL" sz="1600">
                <a:solidFill>
                  <a:schemeClr val="dk1"/>
                </a:solidFill>
              </a:rPr>
              <a:t>de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 servidor a </a:t>
            </a:r>
            <a:r>
              <a:rPr lang="es-CL" sz="1600">
                <a:solidFill>
                  <a:schemeClr val="dk1"/>
                </a:solidFill>
              </a:rPr>
              <a:t>otro nos 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</a:t>
            </a:r>
            <a:r>
              <a:rPr lang="es-CL" sz="1600">
                <a:solidFill>
                  <a:schemeClr val="dk1"/>
                </a:solidFill>
              </a:rPr>
              <a:t>encontrar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 error de CORS.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9" name="Google Shape;229;p2"/>
          <p:cNvSpPr/>
          <p:nvPr/>
        </p:nvSpPr>
        <p:spPr>
          <a:xfrm>
            <a:off x="2246106" y="4589397"/>
            <a:ext cx="8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app.js</a:t>
            </a:r>
            <a:endParaRPr/>
          </a:p>
        </p:txBody>
      </p:sp>
      <p:pic>
        <p:nvPicPr>
          <p:cNvPr id="230" name="Google Shape;230;p2"/>
          <p:cNvPicPr preferRelativeResize="0"/>
          <p:nvPr/>
        </p:nvPicPr>
        <p:blipFill rotWithShape="1">
          <a:blip r:embed="rId5">
            <a:alphaModFix/>
          </a:blip>
          <a:srcRect b="52888" l="0" r="0" t="0"/>
          <a:stretch/>
        </p:blipFill>
        <p:spPr>
          <a:xfrm>
            <a:off x="2559050" y="1775363"/>
            <a:ext cx="4025901" cy="69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1" name="Google Shape;231;p2"/>
          <p:cNvSpPr/>
          <p:nvPr/>
        </p:nvSpPr>
        <p:spPr>
          <a:xfrm>
            <a:off x="627050" y="2609802"/>
            <a:ext cx="8105700" cy="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chemeClr val="dk1"/>
                </a:solidFill>
              </a:rPr>
              <a:t>Esto pasa en el mundo real y corresponde a 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</a:t>
            </a:r>
            <a:r>
              <a:rPr lang="es-CL" sz="1600">
                <a:solidFill>
                  <a:schemeClr val="dk1"/>
                </a:solidFill>
              </a:rPr>
              <a:t>característica de seguridad del navegador que restringe las solicitudes HTTP de origen cruzado que se inician desde el navegador.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"/>
          <p:cNvSpPr/>
          <p:nvPr/>
        </p:nvSpPr>
        <p:spPr>
          <a:xfrm>
            <a:off x="640200" y="3481373"/>
            <a:ext cx="80925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chemeClr val="dk1"/>
                </a:solidFill>
              </a:rPr>
              <a:t>Para </a:t>
            </a:r>
            <a:r>
              <a:rPr lang="es-CL" sz="1600">
                <a:solidFill>
                  <a:schemeClr val="dk1"/>
                </a:solidFill>
              </a:rPr>
              <a:t>evitar errores de CORS vamos a i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nstalar la librería (middleware) cors de n</a:t>
            </a:r>
            <a:r>
              <a:rPr lang="es-CL" sz="1600">
                <a:solidFill>
                  <a:schemeClr val="dk1"/>
                </a:solidFill>
              </a:rPr>
              <a:t>ode y agregar el siguiente código en el proyecto backend.</a:t>
            </a:r>
            <a:endParaRPr/>
          </a:p>
        </p:txBody>
      </p:sp>
      <p:sp>
        <p:nvSpPr>
          <p:cNvPr id="233" name="Google Shape;233;p2"/>
          <p:cNvSpPr/>
          <p:nvPr/>
        </p:nvSpPr>
        <p:spPr>
          <a:xfrm>
            <a:off x="2952600" y="4180829"/>
            <a:ext cx="3238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200"/>
              <a:buFont typeface="Consolas"/>
              <a:buNone/>
            </a:pPr>
            <a:r>
              <a:rPr b="0" i="0" lang="es-CL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npm install cors</a:t>
            </a:r>
            <a:endParaRPr b="0" i="0" u="none" cap="none" strike="noStrike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4" name="Google Shape;234;p2"/>
          <p:cNvSpPr/>
          <p:nvPr/>
        </p:nvSpPr>
        <p:spPr>
          <a:xfrm>
            <a:off x="3046203" y="4589397"/>
            <a:ext cx="2949000" cy="2445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"/>
          <p:cNvSpPr/>
          <p:nvPr/>
        </p:nvSpPr>
        <p:spPr>
          <a:xfrm>
            <a:off x="3046200" y="5821541"/>
            <a:ext cx="2949000" cy="5232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"/>
          <p:cNvSpPr/>
          <p:nvPr/>
        </p:nvSpPr>
        <p:spPr>
          <a:xfrm>
            <a:off x="6584950" y="4683563"/>
            <a:ext cx="1743000" cy="523200"/>
          </a:xfrm>
          <a:prstGeom prst="wedgeRectCallout">
            <a:avLst>
              <a:gd fmla="val -87401" name="adj1"/>
              <a:gd fmla="val -45879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importamos la </a:t>
            </a:r>
            <a:r>
              <a:rPr lang="es-CL">
                <a:solidFill>
                  <a:schemeClr val="dk1"/>
                </a:solidFill>
              </a:rPr>
              <a:t>librería</a:t>
            </a:r>
            <a:r>
              <a:rPr lang="es-CL">
                <a:solidFill>
                  <a:schemeClr val="dk1"/>
                </a:solidFill>
              </a:rPr>
              <a:t> cors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"/>
          <p:cNvSpPr/>
          <p:nvPr/>
        </p:nvSpPr>
        <p:spPr>
          <a:xfrm>
            <a:off x="6584950" y="5821550"/>
            <a:ext cx="1743000" cy="523200"/>
          </a:xfrm>
          <a:prstGeom prst="wedgeRectCallout">
            <a:avLst>
              <a:gd fmla="val -103861" name="adj1"/>
              <a:gd fmla="val 2395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Incorporamos cors al servidor de rutas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8" title="Captura de pantalla 2026-04-19 a la(s) 20.18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476" y="1989655"/>
            <a:ext cx="6689101" cy="36269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243" name="Google Shape;243;p8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 txBox="1"/>
          <p:nvPr/>
        </p:nvSpPr>
        <p:spPr>
          <a:xfrm>
            <a:off x="1144588" y="185738"/>
            <a:ext cx="649998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Servicio Agregar Producto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6" name="Google Shape;246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Agregar un botón para “Crear Producto” en el componente principal.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1144606" y="3650963"/>
            <a:ext cx="5630400" cy="11163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2178164" y="3020584"/>
            <a:ext cx="918000" cy="2847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900060" y="1710882"/>
            <a:ext cx="219609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app.html</a:t>
            </a:r>
            <a:endParaRPr/>
          </a:p>
        </p:txBody>
      </p:sp>
      <p:pic>
        <p:nvPicPr>
          <p:cNvPr id="251" name="Google Shape;25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66636" y="3923365"/>
            <a:ext cx="14573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8"/>
          <p:cNvSpPr/>
          <p:nvPr/>
        </p:nvSpPr>
        <p:spPr>
          <a:xfrm>
            <a:off x="4817650" y="2901313"/>
            <a:ext cx="1743000" cy="523200"/>
          </a:xfrm>
          <a:prstGeom prst="wedgeRectCallout">
            <a:avLst>
              <a:gd fmla="val -139415" name="adj1"/>
              <a:gd fmla="val -573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Definimos un nuevo div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4901175" y="4545588"/>
            <a:ext cx="1743000" cy="523200"/>
          </a:xfrm>
          <a:prstGeom prst="wedgeRectCallout">
            <a:avLst>
              <a:gd fmla="val -133013" name="adj1"/>
              <a:gd fmla="val -98469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Agregamos el botón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9" title="Captura de pantalla 2026-04-19 a la(s) 20.19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650" y="2188674"/>
            <a:ext cx="7350701" cy="3075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59" name="Google Shape;259;p9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9"/>
          <p:cNvSpPr txBox="1"/>
          <p:nvPr/>
        </p:nvSpPr>
        <p:spPr>
          <a:xfrm>
            <a:off x="1144601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Servicio Agregar Producto…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2" name="Google Shape;262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627050" y="1164617"/>
            <a:ext cx="81057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funcionalidad al botón “Crear Producto”</a:t>
            </a:r>
            <a:r>
              <a:rPr lang="es-CL" sz="1800">
                <a:solidFill>
                  <a:schemeClr val="dk1"/>
                </a:solidFill>
              </a:rPr>
              <a:t> en la lógica del componente principal.</a:t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900060" y="1899025"/>
            <a:ext cx="219609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3463380" y="1711368"/>
            <a:ext cx="2760900" cy="683100"/>
          </a:xfrm>
          <a:prstGeom prst="wedgeRectCallout">
            <a:avLst>
              <a:gd fmla="val -74439" name="adj1"/>
              <a:gd fmla="val 4722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id_producto es autogenerado por la base de datos, por eso no lo enviamos al servidor.</a:t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4476667" y="4591781"/>
            <a:ext cx="2237298" cy="683095"/>
          </a:xfrm>
          <a:prstGeom prst="wedgeRectCallout">
            <a:avLst>
              <a:gd fmla="val -72616" name="adj1"/>
              <a:gd fmla="val -105648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Math.random() genera valores en el rango [0..1[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71" name="Google Shape;271;p1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 txBox="1"/>
          <p:nvPr/>
        </p:nvSpPr>
        <p:spPr>
          <a:xfrm>
            <a:off x="1144601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Servicio Agregar Producto…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1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4" name="Google Shape;274;p1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hacer más real el ejemplo, generaremos el código del producto mediante funciones aleatorias.</a:t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759135" y="1904806"/>
            <a:ext cx="219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27062" y="3850100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 luego de aplicar el método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generarCodigo()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6646077" y="3850104"/>
            <a:ext cx="128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PROD010</a:t>
            </a:r>
            <a:endParaRPr/>
          </a:p>
        </p:txBody>
      </p:sp>
      <p:pic>
        <p:nvPicPr>
          <p:cNvPr id="279" name="Google Shape;279;p10" title="Captura de pantalla 2026-04-19 a la(s) 20.20.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113" y="2212576"/>
            <a:ext cx="7625765" cy="1235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84" name="Google Shape;284;p1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1"/>
          <p:cNvSpPr txBox="1"/>
          <p:nvPr/>
        </p:nvSpPr>
        <p:spPr>
          <a:xfrm>
            <a:off x="1144601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Servicio Agregar Producto…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1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7" name="Google Shape;287;p1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 los datos en la Base de Datos</a:t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852510" y="1628407"/>
            <a:ext cx="219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905740" y="4406402"/>
            <a:ext cx="219609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product.ts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91" name="Google Shape;291;p11" title="Captura de pantalla 2026-04-19 a la(s) 20.23.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500" y="4714176"/>
            <a:ext cx="7438999" cy="824213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1"/>
          <p:cNvSpPr/>
          <p:nvPr/>
        </p:nvSpPr>
        <p:spPr>
          <a:xfrm>
            <a:off x="5625625" y="3637850"/>
            <a:ext cx="2760900" cy="1076400"/>
          </a:xfrm>
          <a:prstGeom prst="wedgeRectCallout">
            <a:avLst>
              <a:gd fmla="val -96941" name="adj1"/>
              <a:gd fmla="val 5660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Método del servicio que realiza la integraci</a:t>
            </a:r>
            <a:r>
              <a:rPr lang="es-CL">
                <a:solidFill>
                  <a:schemeClr val="dk1"/>
                </a:solidFill>
              </a:rPr>
              <a:t>ón y </a:t>
            </a:r>
            <a:r>
              <a:rPr lang="es-CL">
                <a:solidFill>
                  <a:schemeClr val="dk1"/>
                </a:solidFill>
              </a:rPr>
              <a:t>operaci</a:t>
            </a:r>
            <a:r>
              <a:rPr lang="es-CL">
                <a:solidFill>
                  <a:schemeClr val="dk1"/>
                </a:solidFill>
              </a:rPr>
              <a:t>ón POST con el backend y devuelve un observable para el resultado.</a:t>
            </a:r>
            <a:endParaRPr/>
          </a:p>
        </p:txBody>
      </p:sp>
      <p:pic>
        <p:nvPicPr>
          <p:cNvPr id="293" name="Google Shape;293;p11" title="Captura de pantalla 2026-04-20 a la(s) 08.42.3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5750" y="1937996"/>
            <a:ext cx="5638775" cy="160626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1"/>
          <p:cNvSpPr/>
          <p:nvPr/>
        </p:nvSpPr>
        <p:spPr>
          <a:xfrm>
            <a:off x="5530600" y="916000"/>
            <a:ext cx="3202200" cy="1321800"/>
          </a:xfrm>
          <a:prstGeom prst="wedgeRectCallout">
            <a:avLst>
              <a:gd fmla="val -79004" name="adj1"/>
              <a:gd fmla="val 4045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Método del componente que se suscribe a la operación POST del servicio Producto para crear al producto y a la </a:t>
            </a:r>
            <a:r>
              <a:rPr lang="es-CL">
                <a:solidFill>
                  <a:schemeClr val="dk1"/>
                </a:solidFill>
              </a:rPr>
              <a:t>operación</a:t>
            </a:r>
            <a:r>
              <a:rPr lang="es-CL">
                <a:solidFill>
                  <a:schemeClr val="dk1"/>
                </a:solidFill>
              </a:rPr>
              <a:t> GET para recuperar inmediatamente los datos actualizados en BD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99" name="Google Shape;299;p1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2"/>
          <p:cNvSpPr txBox="1"/>
          <p:nvPr/>
        </p:nvSpPr>
        <p:spPr>
          <a:xfrm>
            <a:off x="1144601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Servicio Agregar Producto…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" name="Google Shape;301;p1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2" name="Google Shape;302;p1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Probar la nueva funcionalidad (Animación).</a:t>
            </a:r>
            <a:endParaRPr/>
          </a:p>
        </p:txBody>
      </p:sp>
      <p:pic>
        <p:nvPicPr>
          <p:cNvPr descr="Captura de pantalla de un celular&#10;&#10;Descripción generada automáticamente" id="304" name="Google Shape;30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113" y="1584233"/>
            <a:ext cx="6543638" cy="478213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09" name="Google Shape;309;g3d7615ea612_0_446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d7615ea612_0_446"/>
          <p:cNvSpPr txBox="1"/>
          <p:nvPr/>
        </p:nvSpPr>
        <p:spPr>
          <a:xfrm>
            <a:off x="1144601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Resumen: hoy logramos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g3d7615ea612_0_44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2" name="Google Shape;312;g3d7615ea612_0_446"/>
          <p:cNvSpPr/>
          <p:nvPr/>
        </p:nvSpPr>
        <p:spPr>
          <a:xfrm>
            <a:off x="627050" y="1164525"/>
            <a:ext cx="8105700" cy="4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Angular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↓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Servicio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↓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HTTP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↓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Node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↓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Base de datos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↓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Respuesta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↓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Vista actualizada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13" name="Google Shape;313;g3d7615ea612_0_446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
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9144000"/>
  <p:notesSz cx="7010400" cy="9236075"/>
  <p:embeddedFontLst>
    <p:embeddedFont>
      <p:font typeface="Arimo"/>
      <p:regular r:id="rId12"/>
      <p:bold r:id="rId13"/>
      <p:italic r:id="rId14"/>
      <p:boldItalic r:id="rId15"/>
    </p:embeddedFon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hdP5N5AZ35h9uXAWGsYv6DsubN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rimo-bold.fntdata"/><Relationship Id="rId12" Type="http://schemas.openxmlformats.org/officeDocument/2006/relationships/font" Target="fonts/Arim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rimo-boldItalic.fntdata"/><Relationship Id="rId14" Type="http://schemas.openxmlformats.org/officeDocument/2006/relationships/font" Target="fonts/Arimo-italic.fntdata"/><Relationship Id="rId17" Type="http://customschemas.google.com/relationships/presentationmetadata" Target="metadata"/><Relationship Id="rId16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2"/>
            <a:ext cx="3038475" cy="463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338" y="2"/>
            <a:ext cx="3038475" cy="463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428750" y="1154113"/>
            <a:ext cx="4152900" cy="31162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675" y="4444547"/>
            <a:ext cx="5607050" cy="3637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772379"/>
            <a:ext cx="3038475" cy="4636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338" y="8772379"/>
            <a:ext cx="3038475" cy="4636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428750" y="1154113"/>
            <a:ext cx="4152900" cy="31162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1675" y="4444547"/>
            <a:ext cx="5607050" cy="3637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970338" y="8772379"/>
            <a:ext cx="3038475" cy="4636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701675" y="4444547"/>
            <a:ext cx="5607050" cy="363702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428750" y="1154113"/>
            <a:ext cx="4152900" cy="31162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701675" y="4444547"/>
            <a:ext cx="5607050" cy="363702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428750" y="1154113"/>
            <a:ext cx="4152900" cy="31162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701675" y="4444547"/>
            <a:ext cx="5607050" cy="363702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428750" y="1154113"/>
            <a:ext cx="4152900" cy="31162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701675" y="4444547"/>
            <a:ext cx="5607050" cy="363702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428750" y="1154113"/>
            <a:ext cx="4152900" cy="31162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701675" y="4444547"/>
            <a:ext cx="5607050" cy="363702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428750" y="1154113"/>
            <a:ext cx="4152900" cy="31162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14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14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352800" y="2157413"/>
            <a:ext cx="5567363" cy="9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800">
                <a:solidFill>
                  <a:srgbClr val="D2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b="1">
              <a:solidFill>
                <a:srgbClr val="D2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None/>
            </a:pPr>
            <a:r>
              <a:rPr i="1" lang="es-CL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descr="escudo_color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2507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3349690" y="3122613"/>
            <a:ext cx="5413310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Desarrollo del Backend</a:t>
            </a:r>
            <a:endParaRPr b="1" i="0" sz="3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Borrar y Actualizar Producto</a:t>
            </a:r>
            <a:endParaRPr b="1" i="0" sz="3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3429000" y="4224587"/>
            <a:ext cx="5181600" cy="46037"/>
          </a:xfrm>
          <a:prstGeom prst="rect">
            <a:avLst/>
          </a:prstGeom>
          <a:solidFill>
            <a:srgbClr val="008000"/>
          </a:solidFill>
          <a:ln cap="flat" cmpd="sng" w="12700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6897562" y="1859571"/>
            <a:ext cx="2045753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10c</a:t>
            </a:r>
            <a:endParaRPr/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5725" y="1899630"/>
            <a:ext cx="2459557" cy="2783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3668" y="228150"/>
            <a:ext cx="1897170" cy="1108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3" title="Captura de pantalla 2026-04-19 a la(s) 15.57.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4250" y="2247095"/>
            <a:ext cx="4795501" cy="41480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03" name="Google Shape;103;p3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 txBox="1"/>
          <p:nvPr/>
        </p:nvSpPr>
        <p:spPr>
          <a:xfrm>
            <a:off x="1144610" y="185750"/>
            <a:ext cx="758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Secuencia de </a:t>
            </a:r>
            <a:r>
              <a:rPr b="1" lang="es-CL" sz="2800">
                <a:solidFill>
                  <a:srgbClr val="0070C0"/>
                </a:solidFill>
              </a:rPr>
              <a:t>Operaciones del Servicio</a:t>
            </a:r>
            <a:endParaRPr/>
          </a:p>
        </p:txBody>
      </p:sp>
      <p:cxnSp>
        <p:nvCxnSpPr>
          <p:cNvPr id="105" name="Google Shape;105;p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" name="Google Shape;106;p3"/>
          <p:cNvSpPr/>
          <p:nvPr/>
        </p:nvSpPr>
        <p:spPr>
          <a:xfrm>
            <a:off x="635953" y="1229885"/>
            <a:ext cx="80970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importante que la secuencia de operaciones del servicios sea la adecuada, debido</a:t>
            </a:r>
            <a:r>
              <a:rPr lang="es-CL" sz="1800">
                <a:solidFill>
                  <a:schemeClr val="dk1"/>
                </a:solidFill>
              </a:rPr>
              <a:t> a que el servidor lee el código </a:t>
            </a:r>
            <a:r>
              <a:rPr b="1" lang="es-CL" sz="1800">
                <a:solidFill>
                  <a:schemeClr val="dk1"/>
                </a:solidFill>
              </a:rPr>
              <a:t>de arriba hacia abajo</a:t>
            </a:r>
            <a:r>
              <a:rPr lang="es-CL" sz="1800">
                <a:solidFill>
                  <a:schemeClr val="dk1"/>
                </a:solidFill>
              </a:rPr>
              <a:t> y se queda con la </a:t>
            </a:r>
            <a:r>
              <a:rPr b="1" lang="es-CL" sz="1800">
                <a:solidFill>
                  <a:schemeClr val="dk1"/>
                </a:solidFill>
              </a:rPr>
              <a:t>primera</a:t>
            </a:r>
            <a:r>
              <a:rPr lang="es-CL" sz="1800">
                <a:solidFill>
                  <a:schemeClr val="dk1"/>
                </a:solidFill>
              </a:rPr>
              <a:t> ruta que encaje con lo que pidió el cliente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2174250" y="4305775"/>
            <a:ext cx="4795500" cy="13377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" name="Google Shape;115;p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627062" y="1164637"/>
            <a:ext cx="810577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lang="es-CL" sz="1800">
                <a:solidFill>
                  <a:schemeClr val="dk1"/>
                </a:solidFill>
              </a:rPr>
              <a:t>backend necesita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 id del producto </a:t>
            </a:r>
            <a:r>
              <a:rPr lang="es-CL" sz="1800">
                <a:solidFill>
                  <a:schemeClr val="dk1"/>
                </a:solidFill>
              </a:rPr>
              <a:t>para borrarlo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Abrimos el archivo del servidor: </a:t>
            </a: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app.js</a:t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1326352" y="2320499"/>
            <a:ext cx="219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app.js</a:t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1144603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Definir </a:t>
            </a:r>
            <a:r>
              <a:rPr b="1" lang="es-CL" sz="2800">
                <a:solidFill>
                  <a:srgbClr val="0070C0"/>
                </a:solidFill>
              </a:rPr>
              <a:t>la Operación 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Borrar Producto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4" title="Captura de pantalla 2026-04-19 a la(s) 15.27.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6350" y="2628275"/>
            <a:ext cx="6491300" cy="294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" name="Google Shape;125;p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" name="Google Shape;126;p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Consumir el servicio desde Postman (Animación).</a:t>
            </a:r>
            <a:endParaRPr/>
          </a:p>
        </p:txBody>
      </p:sp>
      <p:sp>
        <p:nvSpPr>
          <p:cNvPr id="128" name="Google Shape;128;p5"/>
          <p:cNvSpPr txBox="1"/>
          <p:nvPr/>
        </p:nvSpPr>
        <p:spPr>
          <a:xfrm>
            <a:off x="1144602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Consumir </a:t>
            </a:r>
            <a:r>
              <a:rPr b="1" lang="es-CL" sz="2800">
                <a:solidFill>
                  <a:srgbClr val="0070C0"/>
                </a:solidFill>
              </a:rPr>
              <a:t>Operación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Borrar Producto…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aptura de pantalla de computadora&#10;&#10;Descripción generada automáticamente" id="129" name="Google Shape;12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588" y="1782600"/>
            <a:ext cx="7828816" cy="411821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6" name="Google Shape;136;p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Servicio implementado en el servidor nodeJS para actualizar un producto.</a:t>
            </a:r>
            <a:endParaRPr/>
          </a:p>
        </p:txBody>
      </p:sp>
      <p:sp>
        <p:nvSpPr>
          <p:cNvPr id="138" name="Google Shape;138;p6"/>
          <p:cNvSpPr txBox="1"/>
          <p:nvPr/>
        </p:nvSpPr>
        <p:spPr>
          <a:xfrm>
            <a:off x="1144603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Definir </a:t>
            </a:r>
            <a:r>
              <a:rPr b="1" lang="es-CL" sz="2800">
                <a:solidFill>
                  <a:srgbClr val="0070C0"/>
                </a:solidFill>
              </a:rPr>
              <a:t>la Operación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Actualizar Producto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129198" y="1839759"/>
            <a:ext cx="219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app.js</a:t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1027113" y="2666158"/>
            <a:ext cx="1647718" cy="33444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6" title="Captura de pantalla 2026-04-19 a la(s) 15.33.4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200" y="2227837"/>
            <a:ext cx="8885602" cy="2790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8" name="Google Shape;148;p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49" name="Google Shape;149;p7"/>
          <p:cNvSpPr txBox="1"/>
          <p:nvPr/>
        </p:nvSpPr>
        <p:spPr>
          <a:xfrm>
            <a:off x="1144602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Consumir Operación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Actualizar Producto…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Consumir el servicio desde postman (Animación).</a:t>
            </a:r>
            <a:endParaRPr/>
          </a:p>
        </p:txBody>
      </p:sp>
      <p:pic>
        <p:nvPicPr>
          <p:cNvPr descr="Captura de pantalla de computadora&#10;&#10;Descripción generada automáticamente" id="151" name="Google Shape;15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155" y="1740920"/>
            <a:ext cx="8095008" cy="4258235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